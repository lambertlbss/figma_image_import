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6eb7d91f384b47" /><Relationship Type="http://schemas.openxmlformats.org/officeDocument/2006/relationships/extended-properties" Target="/docProps/app.xml" Id="R904688a4647946c9" /><Relationship Type="http://schemas.openxmlformats.org/officeDocument/2006/relationships/officeDocument" Target="/ppt/presentation.xml" Id="R557838be84c242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0d8e4726354b3d"/>
  </p:sldMasterIdLst>
  <p:notesMasterIdLst>
    <p:notesMasterId xmlns:r="http://schemas.openxmlformats.org/officeDocument/2006/relationships" r:id="R74f44f967e8a4cd1"/>
  </p:notesMasterIdLst>
  <p:sldIdLst>
    <p:sldId xmlns:r="http://schemas.openxmlformats.org/officeDocument/2006/relationships" id="256" r:id="R138a7f7ea6a34d6c"/>
    <p:sldId xmlns:r="http://schemas.openxmlformats.org/officeDocument/2006/relationships" id="257" r:id="R3b75e58e386c4710"/>
    <p:sldId xmlns:r="http://schemas.openxmlformats.org/officeDocument/2006/relationships" id="258" r:id="Rfa7174a524e445c6"/>
    <p:sldId xmlns:r="http://schemas.openxmlformats.org/officeDocument/2006/relationships" id="259" r:id="R2657b0fb5df841de"/>
    <p:sldId xmlns:r="http://schemas.openxmlformats.org/officeDocument/2006/relationships" id="260" r:id="Reabc044678af4132"/>
    <p:sldId xmlns:r="http://schemas.openxmlformats.org/officeDocument/2006/relationships" id="261" r:id="Ra600f2d41a524882"/>
    <p:sldId xmlns:r="http://schemas.openxmlformats.org/officeDocument/2006/relationships" id="262" r:id="Rf1a28d3bdd9b41c4"/>
    <p:sldId xmlns:r="http://schemas.openxmlformats.org/officeDocument/2006/relationships" id="263" r:id="R6896dca586a24da6"/>
    <p:sldId xmlns:r="http://schemas.openxmlformats.org/officeDocument/2006/relationships" id="264" r:id="R0a1b1d7040af4090"/>
    <p:sldId xmlns:r="http://schemas.openxmlformats.org/officeDocument/2006/relationships" id="265" r:id="Rcd52976bfc474946"/>
    <p:sldId xmlns:r="http://schemas.openxmlformats.org/officeDocument/2006/relationships" id="266" r:id="Rc29d9df8722f45c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7fec8c6d864839" /><Relationship Type="http://schemas.openxmlformats.org/officeDocument/2006/relationships/slideMaster" Target="/ppt/slideMasters/slideMaster1.xml" Id="R430d8e4726354b3d" /><Relationship Type="http://schemas.openxmlformats.org/officeDocument/2006/relationships/notesMaster" Target="/ppt/notesMasters/notesMaster1.xml" Id="R74f44f967e8a4cd1" /><Relationship Type="http://schemas.openxmlformats.org/officeDocument/2006/relationships/presProps" Target="/ppt/presProps.xml" Id="R94d9e20cd8664b2d" /><Relationship Type="http://schemas.openxmlformats.org/officeDocument/2006/relationships/tableStyles" Target="/ppt/tableStyles.xml" Id="R533fc0a650754769" /><Relationship Type="http://schemas.openxmlformats.org/officeDocument/2006/relationships/slide" Target="/ppt/slides/slide1.xml" Id="R138a7f7ea6a34d6c" /><Relationship Type="http://schemas.openxmlformats.org/officeDocument/2006/relationships/slide" Target="/ppt/slides/slide2.xml" Id="R3b75e58e386c4710" /><Relationship Type="http://schemas.openxmlformats.org/officeDocument/2006/relationships/slide" Target="/ppt/slides/slide3.xml" Id="Rfa7174a524e445c6" /><Relationship Type="http://schemas.openxmlformats.org/officeDocument/2006/relationships/slide" Target="/ppt/slides/slide4.xml" Id="R2657b0fb5df841de" /><Relationship Type="http://schemas.openxmlformats.org/officeDocument/2006/relationships/slide" Target="/ppt/slides/slide5.xml" Id="Reabc044678af4132" /><Relationship Type="http://schemas.openxmlformats.org/officeDocument/2006/relationships/slide" Target="/ppt/slides/slide6.xml" Id="Ra600f2d41a524882" /><Relationship Type="http://schemas.openxmlformats.org/officeDocument/2006/relationships/slide" Target="/ppt/slides/slide7.xml" Id="Rf1a28d3bdd9b41c4" /><Relationship Type="http://schemas.openxmlformats.org/officeDocument/2006/relationships/slide" Target="/ppt/slides/slide8.xml" Id="R6896dca586a24da6" /><Relationship Type="http://schemas.openxmlformats.org/officeDocument/2006/relationships/slide" Target="/ppt/slides/slide9.xml" Id="R0a1b1d7040af4090" /><Relationship Type="http://schemas.openxmlformats.org/officeDocument/2006/relationships/slide" Target="/ppt/slides/slide10.xml" Id="Rcd52976bfc474946" /><Relationship Type="http://schemas.openxmlformats.org/officeDocument/2006/relationships/slide" Target="/ppt/slides/slide11.xml" Id="Rc29d9df8722f45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980173057c49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be2b8fd1b54356" /><Relationship Type="http://schemas.openxmlformats.org/officeDocument/2006/relationships/notesMaster" Target="/ppt/notesMasters/notesMaster1.xml" Id="Re1cc8bc6d9274f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d9d2b8e10c43ba" /><Relationship Type="http://schemas.openxmlformats.org/officeDocument/2006/relationships/notesMaster" Target="/ppt/notesMasters/notesMaster1.xml" Id="R289d9f1cb55346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e88c3cfd744d0d" /><Relationship Type="http://schemas.openxmlformats.org/officeDocument/2006/relationships/notesMaster" Target="/ppt/notesMasters/notesMaster1.xml" Id="R56a666a47af344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782124e69d4f90" /><Relationship Type="http://schemas.openxmlformats.org/officeDocument/2006/relationships/notesMaster" Target="/ppt/notesMasters/notesMaster1.xml" Id="R21451689a5024f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81d8f45f5d464c" /><Relationship Type="http://schemas.openxmlformats.org/officeDocument/2006/relationships/notesMaster" Target="/ppt/notesMasters/notesMaster1.xml" Id="Rec7557feca1646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39d38386074c5d" /><Relationship Type="http://schemas.openxmlformats.org/officeDocument/2006/relationships/notesMaster" Target="/ppt/notesMasters/notesMaster1.xml" Id="R4277015d955244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d24ec5ef9646cd" /><Relationship Type="http://schemas.openxmlformats.org/officeDocument/2006/relationships/notesMaster" Target="/ppt/notesMasters/notesMaster1.xml" Id="R06486d1210f143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8e71e58b974532" /><Relationship Type="http://schemas.openxmlformats.org/officeDocument/2006/relationships/notesMaster" Target="/ppt/notesMasters/notesMaster1.xml" Id="R11bd17fb4ba34a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0477996c2c437d" /><Relationship Type="http://schemas.openxmlformats.org/officeDocument/2006/relationships/notesMaster" Target="/ppt/notesMasters/notesMaster1.xml" Id="R4888c6321caa496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6fd77020a647af" /><Relationship Type="http://schemas.openxmlformats.org/officeDocument/2006/relationships/notesMaster" Target="/ppt/notesMasters/notesMaster1.xml" Id="Rb5cf0aa2aada46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20a622595cb4d05" /><Relationship Type="http://schemas.openxmlformats.org/officeDocument/2006/relationships/notesMaster" Target="/ppt/notesMasters/notesMaster1.xml" Id="R9f03bebaa9d242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f646655bc140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9d43f73287483a" /><Relationship Type="http://schemas.openxmlformats.org/officeDocument/2006/relationships/slideLayout" Target="/ppt/slideLayouts/slideLayout1.xml" Id="R0cf38d3fc68b4a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f38d3fc68b4a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4e657ca0f4cef" /><Relationship Type="http://schemas.openxmlformats.org/officeDocument/2006/relationships/image" Target="/ppt/media/image.png" Id="Rf27041473695433e" /><Relationship Type="http://schemas.openxmlformats.org/officeDocument/2006/relationships/notesSlide" Target="/ppt/notesSlides/notesSlide1.xml" Id="R5d6422ae21524b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94a17a0e040cc" /><Relationship Type="http://schemas.openxmlformats.org/officeDocument/2006/relationships/notesSlide" Target="/ppt/notesSlides/notesSlide2.xml" Id="R88fe0f83808d42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c6a745198a4d25" /><Relationship Type="http://schemas.openxmlformats.org/officeDocument/2006/relationships/notesSlide" Target="/ppt/notesSlides/notesSlide3.xml" Id="Rd27c96e64ed341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aec6ffd0d447a" /><Relationship Type="http://schemas.openxmlformats.org/officeDocument/2006/relationships/notesSlide" Target="/ppt/notesSlides/notesSlide4.xml" Id="R0c3f811ef5c444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37dad29564e5f" /><Relationship Type="http://schemas.openxmlformats.org/officeDocument/2006/relationships/image" Target="/ppt/media/image2.png" Id="Rc9e047886fed420f" /><Relationship Type="http://schemas.openxmlformats.org/officeDocument/2006/relationships/notesSlide" Target="/ppt/notesSlides/notesSlide5.xml" Id="R0b30c3ff33de4e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9a6759bb84076" /><Relationship Type="http://schemas.openxmlformats.org/officeDocument/2006/relationships/image" Target="/ppt/media/image3.png" Id="R354cedd61dbd47bf" /><Relationship Type="http://schemas.openxmlformats.org/officeDocument/2006/relationships/notesSlide" Target="/ppt/notesSlides/notesSlide6.xml" Id="R05577df4023744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b6dc2247b64464" /><Relationship Type="http://schemas.openxmlformats.org/officeDocument/2006/relationships/notesSlide" Target="/ppt/notesSlides/notesSlide7.xml" Id="Rc6f8df1a7fc84a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d26bac3e524143" /><Relationship Type="http://schemas.openxmlformats.org/officeDocument/2006/relationships/notesSlide" Target="/ppt/notesSlides/notesSlide8.xml" Id="R349f38508e844d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fb0038a584c42" /><Relationship Type="http://schemas.openxmlformats.org/officeDocument/2006/relationships/notesSlide" Target="/ppt/notesSlides/notesSlide9.xml" Id="R38594e3cb7c647b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240ee08924c1d" /><Relationship Type="http://schemas.openxmlformats.org/officeDocument/2006/relationships/image" Target="/ppt/media/image4.png" Id="R80bc6a46ab29441f" /><Relationship Type="http://schemas.openxmlformats.org/officeDocument/2006/relationships/notesSlide" Target="/ppt/notesSlides/notesSlide10.xml" Id="Rf68ef74b39c643c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f5b2aeba748ee" /><Relationship Type="http://schemas.openxmlformats.org/officeDocument/2006/relationships/notesSlide" Target="/ppt/notesSlides/notesSlide11.xml" Id="Rb36d665c4ae141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image-field">
            <a:extLst xmlns:a="http://schemas.openxmlformats.org/drawingml/2006/main">
              <a:ext uri="{FF2B5EF4-FFF2-40B4-BE49-F238E27FC236}">
                <a16:creationId xmlns:a16="http://schemas.microsoft.com/office/drawing/2014/main" id="{7C3294BF-CCF2-495D-9B2C-EE7D3FCF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7200"/>
            <a:ext cx="4857750" cy="594360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0B1020"/>
          </a:solidFill>
          <a:ln xmlns:a="http://schemas.openxmlformats.org/drawingml/2006/main" w="9525">
            <a:solidFill>
              <a:srgbClr val="202A48"/>
            </a:solidFill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FC84F998-3B83-4192-A151-B0664EAC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533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8A38F5"/>
                </a:solidFill>
                <a:latin typeface="Microsoft YaHei"/>
                <a:ea typeface="Microsoft YaHei"/>
                <a:cs typeface="Microsoft YaHei"/>
              </a:defRPr>
            </a:pPr>
            <a:r>
              <a:t>FIGMA PLUGIN · 组内分享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D833558-5E06-4C28-94BF-49BAAEE7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590550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把“导入切图”
变成“同步资源库”</a:t>
            </a:r>
          </a:p>
        </p:txBody>
      </p:sp>
      <p:sp>
        <p:nvSpPr>
          <p:cNvPr id="4" name="cover-subtitle-en">
            <a:extLst xmlns:a="http://schemas.openxmlformats.org/drawingml/2006/main">
              <a:ext uri="{FF2B5EF4-FFF2-40B4-BE49-F238E27FC236}">
                <a16:creationId xmlns:a16="http://schemas.microsoft.com/office/drawing/2014/main" id="{8837B19B-649B-4F57-ABC1-86A11EA1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33800"/>
            <a:ext cx="552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Figma Image Folder Importer</a:t>
            </a:r>
          </a:p>
        </p:txBody>
      </p:sp>
      <p:sp>
        <p:nvSpPr>
          <p:cNvPr id="5" name="cover-subtitle-zh">
            <a:extLst xmlns:a="http://schemas.openxmlformats.org/drawingml/2006/main">
              <a:ext uri="{FF2B5EF4-FFF2-40B4-BE49-F238E27FC236}">
                <a16:creationId xmlns:a16="http://schemas.microsoft.com/office/drawing/2014/main" id="{6BF95179-DC43-470B-90C9-C78506A6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29100"/>
            <a:ext cx="552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零基础也能上手的图片资源同步插件</a:t>
            </a:r>
          </a:p>
        </p:txBody>
      </p:sp>
      <p:sp>
        <p:nvSpPr>
          <p:cNvPr id="6" name="cover-note">
            <a:extLst xmlns:a="http://schemas.openxmlformats.org/drawingml/2006/main">
              <a:ext uri="{FF2B5EF4-FFF2-40B4-BE49-F238E27FC236}">
                <a16:creationId xmlns:a16="http://schemas.microsoft.com/office/drawing/2014/main" id="{A3F4AD76-3E20-4F76-832B-6CC52AFC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38800"/>
            <a:ext cx="5619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适合：游戏 UI、图标库、状态切图与频繁更新的 PNG 资源</a:t>
            </a:r>
          </a:p>
        </p:txBody>
      </p:sp>
      <p:sp>
        <p:nvSpPr>
          <p:cNvPr id="7" name="cover-number">
            <a:extLst xmlns:a="http://schemas.openxmlformats.org/drawingml/2006/main">
              <a:ext uri="{FF2B5EF4-FFF2-40B4-BE49-F238E27FC236}">
                <a16:creationId xmlns:a16="http://schemas.microsoft.com/office/drawing/2014/main" id="{42109FA0-0FF1-4924-B5F2-E4CD52F9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95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7041473695433e"/>
          <a:stretch xmlns:a="http://schemas.openxmlformats.org/drawingml/2006/main"/>
        </p:blipFill>
        <p:spPr>
          <a:xfrm xmlns:a="http://schemas.openxmlformats.org/drawingml/2006/main">
            <a:off x="8096250" y="1809750"/>
            <a:ext cx="2438400" cy="2438400"/>
          </a:xfrm>
          <a:prstGeom xmlns:a="http://schemas.openxmlformats.org/drawingml/2006/main" prst="roundRect">
            <a:avLst/>
          </a:prstGeom>
        </p:spPr>
      </p:pic>
      <p:sp>
        <p:nvSpPr>
          <p:cNvPr id="9" name="cover-side-label">
            <a:extLst xmlns:a="http://schemas.openxmlformats.org/drawingml/2006/main">
              <a:ext uri="{FF2B5EF4-FFF2-40B4-BE49-F238E27FC236}">
                <a16:creationId xmlns:a16="http://schemas.microsoft.com/office/drawing/2014/main" id="{17D10E74-344D-4DB1-B05C-D541CED6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62500"/>
            <a:ext cx="323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9FC8FF"/>
                </a:solidFill>
                <a:latin typeface="Microsoft YaHei"/>
                <a:ea typeface="Microsoft YaHei"/>
                <a:cs typeface="Microsoft YaHei"/>
              </a:defRPr>
            </a:pPr>
            <a:r>
              <a:t>FOLDER  →  COMPONENTS</a:t>
            </a:r>
          </a:p>
        </p:txBody>
      </p:sp>
    </p:spTree>
    <p:extLst>
      <p:ext uri="{BB962C8B-B14F-4D97-AF65-F5344CB8AC3E}">
        <p14:creationId xmlns:p14="http://schemas.microsoft.com/office/powerpoint/2010/main" val="12300395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2">
            <a:extLst xmlns:a="http://schemas.openxmlformats.org/drawingml/2006/main">
              <a:ext uri="{FF2B5EF4-FFF2-40B4-BE49-F238E27FC236}">
                <a16:creationId xmlns:a16="http://schemas.microsoft.com/office/drawing/2014/main" id="{C206E058-1DA7-4389-8E0D-634E90E1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0858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这件事原本很机械，也很容易出错</a:t>
            </a:r>
          </a:p>
        </p:txBody>
      </p:sp>
      <p:sp>
        <p:nvSpPr>
          <p:cNvPr id="2" name="number-2">
            <a:extLst xmlns:a="http://schemas.openxmlformats.org/drawingml/2006/main">
              <a:ext uri="{FF2B5EF4-FFF2-40B4-BE49-F238E27FC236}">
                <a16:creationId xmlns:a16="http://schemas.microsoft.com/office/drawing/2014/main" id="{60E04C19-77DE-4B0F-B903-9E53E04E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95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3" name="pain-card-0">
            <a:extLst xmlns:a="http://schemas.openxmlformats.org/drawingml/2006/main">
              <a:ext uri="{FF2B5EF4-FFF2-40B4-BE49-F238E27FC236}">
                <a16:creationId xmlns:a16="http://schemas.microsoft.com/office/drawing/2014/main" id="{ECB77080-D7F4-49CB-842D-ED29F300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33909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16BE5"/>
            </a:solidFill>
            <a:prstDash val="solid"/>
          </a:ln>
        </p:spPr>
      </p:sp>
      <p:sp>
        <p:nvSpPr>
          <p:cNvPr id="4" name="pain-num-0">
            <a:extLst xmlns:a="http://schemas.openxmlformats.org/drawingml/2006/main">
              <a:ext uri="{FF2B5EF4-FFF2-40B4-BE49-F238E27FC236}">
                <a16:creationId xmlns:a16="http://schemas.microsoft.com/office/drawing/2014/main" id="{CDCF7C9D-4653-4B7C-AA08-1E7531EE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66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16BE5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5" name="pain-title-0">
            <a:extLst xmlns:a="http://schemas.openxmlformats.org/drawingml/2006/main">
              <a:ext uri="{FF2B5EF4-FFF2-40B4-BE49-F238E27FC236}">
                <a16:creationId xmlns:a16="http://schemas.microsoft.com/office/drawing/2014/main" id="{33CD6BD5-E90B-4B75-A792-1E4FC3EB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29146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一张张拖进去</a:t>
            </a:r>
          </a:p>
        </p:txBody>
      </p:sp>
      <p:sp>
        <p:nvSpPr>
          <p:cNvPr id="6" name="pain-body-0">
            <a:extLst xmlns:a="http://schemas.openxmlformats.org/drawingml/2006/main">
              <a:ext uri="{FF2B5EF4-FFF2-40B4-BE49-F238E27FC236}">
                <a16:creationId xmlns:a16="http://schemas.microsoft.com/office/drawing/2014/main" id="{997DD2CA-C4C7-4E68-87E8-731C9D64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857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资源一多，导入、缩放、改名都变成重复劳动。</a:t>
            </a:r>
          </a:p>
        </p:txBody>
      </p:sp>
      <p:sp>
        <p:nvSpPr>
          <p:cNvPr id="7" name="pain-card-1">
            <a:extLst xmlns:a="http://schemas.openxmlformats.org/drawingml/2006/main">
              <a:ext uri="{FF2B5EF4-FFF2-40B4-BE49-F238E27FC236}">
                <a16:creationId xmlns:a16="http://schemas.microsoft.com/office/drawing/2014/main" id="{78952E98-2069-456D-9ECB-F240945C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81250"/>
            <a:ext cx="33909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2EAFF"/>
          </a:solidFill>
          <a:ln xmlns:a="http://schemas.openxmlformats.org/drawingml/2006/main" w="9525">
            <a:solidFill>
              <a:srgbClr val="8A38F5"/>
            </a:solidFill>
            <a:prstDash val="solid"/>
          </a:ln>
        </p:spPr>
      </p:sp>
      <p:sp>
        <p:nvSpPr>
          <p:cNvPr id="8" name="pain-num-1">
            <a:extLst xmlns:a="http://schemas.openxmlformats.org/drawingml/2006/main">
              <a:ext uri="{FF2B5EF4-FFF2-40B4-BE49-F238E27FC236}">
                <a16:creationId xmlns:a16="http://schemas.microsoft.com/office/drawing/2014/main" id="{A2826B51-A074-4570-AC37-E2D25F7B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90800"/>
            <a:ext cx="66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8A38F5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9" name="pain-title-1">
            <a:extLst xmlns:a="http://schemas.openxmlformats.org/drawingml/2006/main">
              <a:ext uri="{FF2B5EF4-FFF2-40B4-BE49-F238E27FC236}">
                <a16:creationId xmlns:a16="http://schemas.microsoft.com/office/drawing/2014/main" id="{7F3B1920-ECB0-4592-894C-8FA4D3F0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76600"/>
            <a:ext cx="29146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手动分组</a:t>
            </a:r>
          </a:p>
        </p:txBody>
      </p:sp>
      <p:sp>
        <p:nvSpPr>
          <p:cNvPr id="10" name="pain-body-1">
            <a:extLst xmlns:a="http://schemas.openxmlformats.org/drawingml/2006/main">
              <a:ext uri="{FF2B5EF4-FFF2-40B4-BE49-F238E27FC236}">
                <a16:creationId xmlns:a16="http://schemas.microsoft.com/office/drawing/2014/main" id="{4C7DE2B9-1E5D-45A7-AA9B-0B3272D4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95750"/>
            <a:ext cx="2857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这些结构容易漏建、漏分组，或被分到错误位置。</a:t>
            </a:r>
          </a:p>
        </p:txBody>
      </p:sp>
      <p:sp>
        <p:nvSpPr>
          <p:cNvPr id="11" name="pain-card-2">
            <a:extLst xmlns:a="http://schemas.openxmlformats.org/drawingml/2006/main">
              <a:ext uri="{FF2B5EF4-FFF2-40B4-BE49-F238E27FC236}">
                <a16:creationId xmlns:a16="http://schemas.microsoft.com/office/drawing/2014/main" id="{5A2D2682-CCC4-4120-999C-1EB38CC8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81250"/>
            <a:ext cx="33909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DEBE7"/>
          </a:solidFill>
          <a:ln xmlns:a="http://schemas.openxmlformats.org/drawingml/2006/main" w="9525">
            <a:solidFill>
              <a:srgbClr val="C23B2A"/>
            </a:solidFill>
            <a:prstDash val="solid"/>
          </a:ln>
        </p:spPr>
      </p:sp>
      <p:sp>
        <p:nvSpPr>
          <p:cNvPr id="12" name="pain-num-2">
            <a:extLst xmlns:a="http://schemas.openxmlformats.org/drawingml/2006/main">
              <a:ext uri="{FF2B5EF4-FFF2-40B4-BE49-F238E27FC236}">
                <a16:creationId xmlns:a16="http://schemas.microsoft.com/office/drawing/2014/main" id="{82580998-E4A9-4C71-A538-B2502F89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90800"/>
            <a:ext cx="66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C23B2A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3" name="pain-title-2">
            <a:extLst xmlns:a="http://schemas.openxmlformats.org/drawingml/2006/main">
              <a:ext uri="{FF2B5EF4-FFF2-40B4-BE49-F238E27FC236}">
                <a16:creationId xmlns:a16="http://schemas.microsoft.com/office/drawing/2014/main" id="{6D2BA185-A1B1-45EF-BC66-43E582ED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76600"/>
            <a:ext cx="29146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更新怕改乱</a:t>
            </a:r>
          </a:p>
        </p:txBody>
      </p:sp>
      <p:sp>
        <p:nvSpPr>
          <p:cNvPr id="14" name="pain-body-2">
            <a:extLst xmlns:a="http://schemas.openxmlformats.org/drawingml/2006/main">
              <a:ext uri="{FF2B5EF4-FFF2-40B4-BE49-F238E27FC236}">
                <a16:creationId xmlns:a16="http://schemas.microsoft.com/office/drawing/2014/main" id="{DF25EEA1-63DD-4F75-B372-BEA351DE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95750"/>
            <a:ext cx="2857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替换、删除、移动时，最担心误删节点和打乱排版。</a:t>
            </a:r>
          </a:p>
        </p:txBody>
      </p:sp>
    </p:spTree>
    <p:extLst>
      <p:ext uri="{BB962C8B-B14F-4D97-AF65-F5344CB8AC3E}">
        <p14:creationId xmlns:p14="http://schemas.microsoft.com/office/powerpoint/2010/main" val="18954900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3">
            <a:extLst xmlns:a="http://schemas.openxmlformats.org/drawingml/2006/main">
              <a:ext uri="{FF2B5EF4-FFF2-40B4-BE49-F238E27FC236}">
                <a16:creationId xmlns:a16="http://schemas.microsoft.com/office/drawing/2014/main" id="{C92BFDE3-7FB6-4F9A-8570-9E4F00EE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0858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插件只做一件事：让两边始终对得上</a:t>
            </a:r>
          </a:p>
        </p:txBody>
      </p:sp>
      <p:sp>
        <p:nvSpPr>
          <p:cNvPr id="2" name="number-3">
            <a:extLst xmlns:a="http://schemas.openxmlformats.org/drawingml/2006/main">
              <a:ext uri="{FF2B5EF4-FFF2-40B4-BE49-F238E27FC236}">
                <a16:creationId xmlns:a16="http://schemas.microsoft.com/office/drawing/2014/main" id="{05A98382-ED3C-494A-BA5A-F730AB16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95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3" name="promise-intro">
            <a:extLst xmlns:a="http://schemas.openxmlformats.org/drawingml/2006/main">
              <a:ext uri="{FF2B5EF4-FFF2-40B4-BE49-F238E27FC236}">
                <a16:creationId xmlns:a16="http://schemas.microsoft.com/office/drawing/2014/main" id="{8C3F896B-AD00-4FD0-80B6-E4EFE610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049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本地文件夹是资源来源，Figma 页面是可复用资产库。插件负责扫描差异，再只同步变化。</a:t>
            </a:r>
          </a:p>
        </p:txBody>
      </p:sp>
      <p:sp>
        <p:nvSpPr>
          <p:cNvPr id="4" name="local-panel">
            <a:extLst xmlns:a="http://schemas.openxmlformats.org/drawingml/2006/main">
              <a:ext uri="{FF2B5EF4-FFF2-40B4-BE49-F238E27FC236}">
                <a16:creationId xmlns:a16="http://schemas.microsoft.com/office/drawing/2014/main" id="{63A5ECD4-BCEA-4E2D-9F3B-AB3CD834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47625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16BE5"/>
            </a:solidFill>
            <a:prstDash val="solid"/>
          </a:ln>
        </p:spPr>
      </p:sp>
      <p:sp>
        <p:nvSpPr>
          <p:cNvPr id="5" name="figma-panel">
            <a:extLst xmlns:a="http://schemas.openxmlformats.org/drawingml/2006/main">
              <a:ext uri="{FF2B5EF4-FFF2-40B4-BE49-F238E27FC236}">
                <a16:creationId xmlns:a16="http://schemas.microsoft.com/office/drawing/2014/main" id="{38A3C576-07F4-4E0B-BD0D-A8E3C50A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57450"/>
            <a:ext cx="47625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2EAFF"/>
          </a:solidFill>
          <a:ln xmlns:a="http://schemas.openxmlformats.org/drawingml/2006/main" w="9525">
            <a:solidFill>
              <a:srgbClr val="8A38F5"/>
            </a:solidFill>
            <a:prstDash val="solid"/>
          </a:ln>
        </p:spPr>
      </p:sp>
      <p:sp>
        <p:nvSpPr>
          <p:cNvPr id="6" name="local-label">
            <a:extLst xmlns:a="http://schemas.openxmlformats.org/drawingml/2006/main">
              <a:ext uri="{FF2B5EF4-FFF2-40B4-BE49-F238E27FC236}">
                <a16:creationId xmlns:a16="http://schemas.microsoft.com/office/drawing/2014/main" id="{BDC1E32B-9AAF-406A-A045-EF25163C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16BE5"/>
                </a:solidFill>
                <a:latin typeface="Microsoft YaHei"/>
                <a:ea typeface="Microsoft YaHei"/>
                <a:cs typeface="Microsoft YaHei"/>
              </a:defRPr>
            </a:pPr>
            <a:r>
              <a:t>LOCAL</a:t>
            </a:r>
          </a:p>
        </p:txBody>
      </p:sp>
      <p:sp>
        <p:nvSpPr>
          <p:cNvPr id="7" name="local-title">
            <a:extLst xmlns:a="http://schemas.openxmlformats.org/drawingml/2006/main">
              <a:ext uri="{FF2B5EF4-FFF2-40B4-BE49-F238E27FC236}">
                <a16:creationId xmlns:a16="http://schemas.microsoft.com/office/drawing/2014/main" id="{0F109441-4E3D-444C-B596-475DF7C3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3810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PNG 资源根目录</a:t>
            </a:r>
          </a:p>
        </p:txBody>
      </p:sp>
      <p:sp>
        <p:nvSpPr>
          <p:cNvPr id="8" name="local-body">
            <a:extLst xmlns:a="http://schemas.openxmlformats.org/drawingml/2006/main">
              <a:ext uri="{FF2B5EF4-FFF2-40B4-BE49-F238E27FC236}">
                <a16:creationId xmlns:a16="http://schemas.microsoft.com/office/drawing/2014/main" id="{AEB3CF30-C478-4FE2-8947-A362DCF2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2476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common/
battle/
item/</a:t>
            </a:r>
          </a:p>
        </p:txBody>
      </p:sp>
      <p:sp>
        <p:nvSpPr>
          <p:cNvPr id="9" name="figma-label">
            <a:extLst xmlns:a="http://schemas.openxmlformats.org/drawingml/2006/main">
              <a:ext uri="{FF2B5EF4-FFF2-40B4-BE49-F238E27FC236}">
                <a16:creationId xmlns:a16="http://schemas.microsoft.com/office/drawing/2014/main" id="{BF75E772-1DA1-4B5D-A0DC-0C82CD87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2415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8A38F5"/>
                </a:solidFill>
                <a:latin typeface="Microsoft YaHei"/>
                <a:ea typeface="Microsoft YaHei"/>
                <a:cs typeface="Microsoft YaHei"/>
              </a:defRPr>
            </a:pPr>
            <a:r>
              <a:t>FIGMA</a:t>
            </a:r>
          </a:p>
        </p:txBody>
      </p:sp>
      <p:sp>
        <p:nvSpPr>
          <p:cNvPr id="10" name="figma-title">
            <a:extLst xmlns:a="http://schemas.openxmlformats.org/drawingml/2006/main">
              <a:ext uri="{FF2B5EF4-FFF2-40B4-BE49-F238E27FC236}">
                <a16:creationId xmlns:a16="http://schemas.microsoft.com/office/drawing/2014/main" id="{2C41B48C-B597-4E8D-860E-45A4925F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19450"/>
            <a:ext cx="3810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可复用组件资源库</a:t>
            </a:r>
          </a:p>
        </p:txBody>
      </p:sp>
      <p:sp>
        <p:nvSpPr>
          <p:cNvPr id="11" name="figma-body">
            <a:extLst xmlns:a="http://schemas.openxmlformats.org/drawingml/2006/main">
              <a:ext uri="{FF2B5EF4-FFF2-40B4-BE49-F238E27FC236}">
                <a16:creationId xmlns:a16="http://schemas.microsoft.com/office/drawing/2014/main" id="{A6F9F1EA-733F-4519-8818-777DE38D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62400"/>
            <a:ext cx="295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Section
Component
Component Set</a:t>
            </a:r>
          </a:p>
        </p:txBody>
      </p:sp>
      <p:sp>
        <p:nvSpPr>
          <p:cNvPr id="12" name="promise-arrow">
            <a:extLst xmlns:a="http://schemas.openxmlformats.org/drawingml/2006/main">
              <a:ext uri="{FF2B5EF4-FFF2-40B4-BE49-F238E27FC236}">
                <a16:creationId xmlns:a16="http://schemas.microsoft.com/office/drawing/2014/main" id="{199448EB-8736-4143-8C5B-E42E897A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352800"/>
            <a:ext cx="10668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⟷</a:t>
            </a:r>
          </a:p>
        </p:txBody>
      </p:sp>
      <p:sp>
        <p:nvSpPr>
          <p:cNvPr id="13" name="promise-rule">
            <a:extLst xmlns:a="http://schemas.openxmlformats.org/drawingml/2006/main">
              <a:ext uri="{FF2B5EF4-FFF2-40B4-BE49-F238E27FC236}">
                <a16:creationId xmlns:a16="http://schemas.microsoft.com/office/drawing/2014/main" id="{CF5AB0E9-E68B-4665-8A16-741F2E26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72100"/>
            <a:ext cx="400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8A38F5"/>
                </a:solidFill>
                <a:latin typeface="Microsoft YaHei"/>
                <a:ea typeface="Microsoft YaHei"/>
                <a:cs typeface="Microsoft YaHei"/>
              </a:defRPr>
            </a:pPr>
            <a:r>
              <a:t>新增 · 更新 · 删除 · 移动 · 未变化</a:t>
            </a:r>
          </a:p>
        </p:txBody>
      </p:sp>
    </p:spTree>
    <p:extLst>
      <p:ext uri="{BB962C8B-B14F-4D97-AF65-F5344CB8AC3E}">
        <p14:creationId xmlns:p14="http://schemas.microsoft.com/office/powerpoint/2010/main" val="14296445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4">
            <a:extLst xmlns:a="http://schemas.openxmlformats.org/drawingml/2006/main">
              <a:ext uri="{FF2B5EF4-FFF2-40B4-BE49-F238E27FC236}">
                <a16:creationId xmlns:a16="http://schemas.microsoft.com/office/drawing/2014/main" id="{89AF5835-FCF4-4D00-8284-4287F545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0858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第一次使用，3 步就够</a:t>
            </a:r>
          </a:p>
        </p:txBody>
      </p:sp>
      <p:sp>
        <p:nvSpPr>
          <p:cNvPr id="2" name="number-4">
            <a:extLst xmlns:a="http://schemas.openxmlformats.org/drawingml/2006/main">
              <a:ext uri="{FF2B5EF4-FFF2-40B4-BE49-F238E27FC236}">
                <a16:creationId xmlns:a16="http://schemas.microsoft.com/office/drawing/2014/main" id="{90FA7EFC-1C92-403D-94A7-8E8B18BB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95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3" name="timeline-line">
            <a:extLst xmlns:a="http://schemas.openxmlformats.org/drawingml/2006/main">
              <a:ext uri="{FF2B5EF4-FFF2-40B4-BE49-F238E27FC236}">
                <a16:creationId xmlns:a16="http://schemas.microsoft.com/office/drawing/2014/main" id="{1B299B5A-A1EE-4846-8B6C-EC2B379A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1000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5DCF5D13-3AB8-48B1-90DB-2F3705A3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0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3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4E1542C2-D676-4C02-8B1F-CB5B9F67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00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3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1E585E74-22A6-41A8-AC36-4E55BEBD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00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3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5BCE4E77-D83F-4F83-A847-4225CD81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123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8A38F5"/>
                </a:solidFill>
                <a:latin typeface="Microsoft YaHei"/>
                <a:ea typeface="Microsoft YaHei"/>
                <a:cs typeface="Microsoft YaHei"/>
              </a:defRPr>
            </a:pPr>
            <a:r>
              <a:t>STEP 1</a:t>
            </a:r>
          </a:p>
        </p:txBody>
      </p:sp>
      <p:sp>
        <p:nvSpPr>
          <p:cNvPr id="8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4ADD91DF-D74F-4750-A743-D8BE4972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95550"/>
            <a:ext cx="123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8A38F5"/>
                </a:solidFill>
                <a:latin typeface="Microsoft YaHei"/>
                <a:ea typeface="Microsoft YaHei"/>
                <a:cs typeface="Microsoft YaHei"/>
              </a:defRPr>
            </a:pPr>
            <a:r>
              <a:t>STEP 2</a:t>
            </a:r>
          </a:p>
        </p:txBody>
      </p:sp>
      <p:sp>
        <p:nvSpPr>
          <p:cNvPr id="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797C1758-E01C-4CA8-AE8D-C8BF258B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95550"/>
            <a:ext cx="123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8A38F5"/>
                </a:solidFill>
                <a:latin typeface="Microsoft YaHei"/>
                <a:ea typeface="Microsoft YaHei"/>
                <a:cs typeface="Microsoft YaHei"/>
              </a:defRPr>
            </a:pPr>
            <a:r>
              <a:t>STEP 3</a:t>
            </a:r>
          </a:p>
        </p:txBody>
      </p:sp>
      <p:sp>
        <p:nvSpPr>
          <p:cNvPr id="10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456D05C0-7016-489C-93F4-36C4E81A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安装开发版插件</a:t>
            </a:r>
          </a:p>
        </p:txBody>
      </p:sp>
      <p:sp>
        <p:nvSpPr>
          <p:cNvPr id="11" name="step-body-1">
            <a:extLst xmlns:a="http://schemas.openxmlformats.org/drawingml/2006/main">
              <a:ext uri="{FF2B5EF4-FFF2-40B4-BE49-F238E27FC236}">
                <a16:creationId xmlns:a16="http://schemas.microsoft.com/office/drawing/2014/main" id="{0F6E57A2-05D6-43C6-8712-A29DECC4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295275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Figma 桌面版
Plugins → Development
选择 manifest.json</a:t>
            </a:r>
          </a:p>
        </p:txBody>
      </p:sp>
      <p:sp>
        <p:nvSpPr>
          <p:cNvPr id="12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89507CA3-9380-4102-9F61-2349AED2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0045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准备资源目录</a:t>
            </a:r>
          </a:p>
        </p:txBody>
      </p:sp>
      <p:sp>
        <p:nvSpPr>
          <p:cNvPr id="13" name="step-body-2">
            <a:extLst xmlns:a="http://schemas.openxmlformats.org/drawingml/2006/main">
              <a:ext uri="{FF2B5EF4-FFF2-40B4-BE49-F238E27FC236}">
                <a16:creationId xmlns:a16="http://schemas.microsoft.com/office/drawing/2014/main" id="{E934576F-92AB-4080-BA83-656CD11A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29100"/>
            <a:ext cx="295275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只放 PNG
第一级文件夹会变成 Section
文件名会变成组件名</a:t>
            </a:r>
          </a:p>
        </p:txBody>
      </p:sp>
      <p:sp>
        <p:nvSpPr>
          <p:cNvPr id="14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1D291F45-8D3F-49AD-B2BB-9EB3BB4C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0045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选择资源根目录</a:t>
            </a:r>
          </a:p>
        </p:txBody>
      </p:sp>
      <p:sp>
        <p:nvSpPr>
          <p:cNvPr id="15" name="step-body-3">
            <a:extLst xmlns:a="http://schemas.openxmlformats.org/drawingml/2006/main">
              <a:ext uri="{FF2B5EF4-FFF2-40B4-BE49-F238E27FC236}">
                <a16:creationId xmlns:a16="http://schemas.microsoft.com/office/drawing/2014/main" id="{E4F10A34-40EB-4FEC-9361-768D41FE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29100"/>
            <a:ext cx="295275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打开目标 Figma 页面
运行插件并选择最外层目录
等待扫描结果</a:t>
            </a:r>
          </a:p>
        </p:txBody>
      </p:sp>
      <p:sp>
        <p:nvSpPr>
          <p:cNvPr id="16" name="folder-example">
            <a:extLst xmlns:a="http://schemas.openxmlformats.org/drawingml/2006/main">
              <a:ext uri="{FF2B5EF4-FFF2-40B4-BE49-F238E27FC236}">
                <a16:creationId xmlns:a16="http://schemas.microsoft.com/office/drawing/2014/main" id="{54E9D78A-7211-455B-816E-86D9BC78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676900"/>
            <a:ext cx="5334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res/  →  common/ · battle/ · item/</a:t>
            </a:r>
          </a:p>
        </p:txBody>
      </p:sp>
    </p:spTree>
    <p:extLst>
      <p:ext uri="{BB962C8B-B14F-4D97-AF65-F5344CB8AC3E}">
        <p14:creationId xmlns:p14="http://schemas.microsoft.com/office/powerpoint/2010/main" val="3348422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5">
            <a:extLst xmlns:a="http://schemas.openxmlformats.org/drawingml/2006/main">
              <a:ext uri="{FF2B5EF4-FFF2-40B4-BE49-F238E27FC236}">
                <a16:creationId xmlns:a16="http://schemas.microsoft.com/office/drawing/2014/main" id="{DFF2AE2F-9ABB-425F-A139-8F415065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0858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日常同步：先看懂 5 个数字，再点按钮</a:t>
            </a:r>
          </a:p>
        </p:txBody>
      </p:sp>
      <p:sp>
        <p:nvSpPr>
          <p:cNvPr id="2" name="number-5">
            <a:extLst xmlns:a="http://schemas.openxmlformats.org/drawingml/2006/main">
              <a:ext uri="{FF2B5EF4-FFF2-40B4-BE49-F238E27FC236}">
                <a16:creationId xmlns:a16="http://schemas.microsoft.com/office/drawing/2014/main" id="{F529B87E-A852-406D-8954-257D0ECA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95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3" name="sync-lead">
            <a:extLst xmlns:a="http://schemas.openxmlformats.org/drawingml/2006/main">
              <a:ext uri="{FF2B5EF4-FFF2-40B4-BE49-F238E27FC236}">
                <a16:creationId xmlns:a16="http://schemas.microsoft.com/office/drawing/2014/main" id="{90E474D5-C018-463F-A439-2129CD6D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5334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五个统计卡片就是这次同步会发生什么。</a:t>
            </a:r>
          </a:p>
        </p:txBody>
      </p:sp>
      <p:sp>
        <p:nvSpPr>
          <p:cNvPr id="4" name="bullet-52-228-0">
            <a:extLst xmlns:a="http://schemas.openxmlformats.org/drawingml/2006/main">
              <a:ext uri="{FF2B5EF4-FFF2-40B4-BE49-F238E27FC236}">
                <a16:creationId xmlns:a16="http://schemas.microsoft.com/office/drawing/2014/main" id="{221CC906-3491-4B6A-BE49-BBEE8386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66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3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ullet-text-52-228-0">
            <a:extLst xmlns:a="http://schemas.openxmlformats.org/drawingml/2006/main">
              <a:ext uri="{FF2B5EF4-FFF2-40B4-BE49-F238E27FC236}">
                <a16:creationId xmlns:a16="http://schemas.microsoft.com/office/drawing/2014/main" id="{27C485C3-4F05-445A-9683-2BD23C1D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5067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新增：创建新的 Component</a:t>
            </a:r>
          </a:p>
        </p:txBody>
      </p:sp>
      <p:sp>
        <p:nvSpPr>
          <p:cNvPr id="6" name="bullet-52-228-1">
            <a:extLst xmlns:a="http://schemas.openxmlformats.org/drawingml/2006/main">
              <a:ext uri="{FF2B5EF4-FFF2-40B4-BE49-F238E27FC236}">
                <a16:creationId xmlns:a16="http://schemas.microsoft.com/office/drawing/2014/main" id="{9DC40A20-82B4-4F57-A9D5-5041E397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14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3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text-52-228-1">
            <a:extLst xmlns:a="http://schemas.openxmlformats.org/drawingml/2006/main">
              <a:ext uri="{FF2B5EF4-FFF2-40B4-BE49-F238E27FC236}">
                <a16:creationId xmlns:a16="http://schemas.microsoft.com/office/drawing/2014/main" id="{B65586B4-26F7-4353-8D76-A149DAF5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5067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更新：替换图片，尽量保留原节点</a:t>
            </a:r>
          </a:p>
        </p:txBody>
      </p:sp>
      <p:sp>
        <p:nvSpPr>
          <p:cNvPr id="8" name="bullet-52-228-2">
            <a:extLst xmlns:a="http://schemas.openxmlformats.org/drawingml/2006/main">
              <a:ext uri="{FF2B5EF4-FFF2-40B4-BE49-F238E27FC236}">
                <a16:creationId xmlns:a16="http://schemas.microsoft.com/office/drawing/2014/main" id="{AEE85D26-BC2B-445C-99F6-F8A7379C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62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3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text-52-228-2">
            <a:extLst xmlns:a="http://schemas.openxmlformats.org/drawingml/2006/main">
              <a:ext uri="{FF2B5EF4-FFF2-40B4-BE49-F238E27FC236}">
                <a16:creationId xmlns:a16="http://schemas.microsoft.com/office/drawing/2014/main" id="{37BF1498-76B9-42FB-A4A6-4DC7479B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5067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删除：本地已不存在，可选择是否同步删除</a:t>
            </a:r>
          </a:p>
        </p:txBody>
      </p:sp>
      <p:sp>
        <p:nvSpPr>
          <p:cNvPr id="10" name="bullet-52-228-3">
            <a:extLst xmlns:a="http://schemas.openxmlformats.org/drawingml/2006/main">
              <a:ext uri="{FF2B5EF4-FFF2-40B4-BE49-F238E27FC236}">
                <a16:creationId xmlns:a16="http://schemas.microsoft.com/office/drawing/2014/main" id="{E9F481EF-79A9-4237-8DA1-5C282F31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10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3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llet-text-52-228-3">
            <a:extLst xmlns:a="http://schemas.openxmlformats.org/drawingml/2006/main">
              <a:ext uri="{FF2B5EF4-FFF2-40B4-BE49-F238E27FC236}">
                <a16:creationId xmlns:a16="http://schemas.microsoft.com/office/drawing/2014/main" id="{EBC51AF4-88B6-435C-887D-21C1AE08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5067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移动：路径或归组改变，组件继续保留</a:t>
            </a:r>
          </a:p>
        </p:txBody>
      </p:sp>
      <p:sp>
        <p:nvSpPr>
          <p:cNvPr id="12" name="bullet-52-228-4">
            <a:extLst xmlns:a="http://schemas.openxmlformats.org/drawingml/2006/main">
              <a:ext uri="{FF2B5EF4-FFF2-40B4-BE49-F238E27FC236}">
                <a16:creationId xmlns:a16="http://schemas.microsoft.com/office/drawing/2014/main" id="{E39F950B-4972-4A88-ADE6-D44401CA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57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3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text-52-228-4">
            <a:extLst xmlns:a="http://schemas.openxmlformats.org/drawingml/2006/main">
              <a:ext uri="{FF2B5EF4-FFF2-40B4-BE49-F238E27FC236}">
                <a16:creationId xmlns:a16="http://schemas.microsoft.com/office/drawing/2014/main" id="{37EF7CE4-3BD7-439C-BBA5-F3DC2A5F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5067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未变化：不重写，也不移动</a:t>
            </a:r>
          </a:p>
        </p:txBody>
      </p:sp>
      <p:sp>
        <p:nvSpPr>
          <p:cNvPr id="14" name="sync-shot-frame">
            <a:extLst xmlns:a="http://schemas.openxmlformats.org/drawingml/2006/main">
              <a:ext uri="{FF2B5EF4-FFF2-40B4-BE49-F238E27FC236}">
                <a16:creationId xmlns:a16="http://schemas.microsoft.com/office/drawing/2014/main" id="{4461ADB5-5EC6-4DFC-B034-E4DE6E2C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257300"/>
            <a:ext cx="4076700" cy="5010150"/>
          </a:xfrm>
          <a:prstGeom xmlns:a="http://schemas.openxmlformats.org/drawingml/2006/main" prst="roundRect">
            <a:avLst>
              <a:gd name="adj" fmla="val 1869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e047886fed420f"/>
          <a:stretch xmlns:a="http://schemas.openxmlformats.org/drawingml/2006/main"/>
        </p:blipFill>
        <p:spPr>
          <a:xfrm xmlns:a="http://schemas.openxmlformats.org/drawingml/2006/main">
            <a:off x="7553854" y="1390650"/>
            <a:ext cx="2513542" cy="476250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4805833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6">
            <a:extLst xmlns:a="http://schemas.openxmlformats.org/drawingml/2006/main">
              <a:ext uri="{FF2B5EF4-FFF2-40B4-BE49-F238E27FC236}">
                <a16:creationId xmlns:a16="http://schemas.microsoft.com/office/drawing/2014/main" id="{1AEBC17B-6B42-4D16-9F14-3253F423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0858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预览是“安全闸门”，不是装饰</a:t>
            </a:r>
          </a:p>
        </p:txBody>
      </p:sp>
      <p:sp>
        <p:nvSpPr>
          <p:cNvPr id="2" name="number-6">
            <a:extLst xmlns:a="http://schemas.openxmlformats.org/drawingml/2006/main">
              <a:ext uri="{FF2B5EF4-FFF2-40B4-BE49-F238E27FC236}">
                <a16:creationId xmlns:a16="http://schemas.microsoft.com/office/drawing/2014/main" id="{DBCF50DE-B5A4-42AD-8562-BA515B4D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95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06</a:t>
            </a:r>
          </a:p>
        </p:txBody>
      </p:sp>
      <p:sp>
        <p:nvSpPr>
          <p:cNvPr id="3" name="preview-shot-frame">
            <a:extLst xmlns:a="http://schemas.openxmlformats.org/drawingml/2006/main">
              <a:ext uri="{FF2B5EF4-FFF2-40B4-BE49-F238E27FC236}">
                <a16:creationId xmlns:a16="http://schemas.microsoft.com/office/drawing/2014/main" id="{F4064412-B9C7-4A7C-94DA-1BC4EEC3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4419600" cy="499110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4" name="preview-kicker">
            <a:extLst xmlns:a="http://schemas.openxmlformats.org/drawingml/2006/main">
              <a:ext uri="{FF2B5EF4-FFF2-40B4-BE49-F238E27FC236}">
                <a16:creationId xmlns:a16="http://schemas.microsoft.com/office/drawing/2014/main" id="{9D823CE2-D752-41AB-94CD-E1D626B5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00200"/>
            <a:ext cx="5715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点任意统计卡片进入“变动预览”</a:t>
            </a:r>
          </a:p>
        </p:txBody>
      </p:sp>
      <p:sp>
        <p:nvSpPr>
          <p:cNvPr id="5" name="bullet-584-260-0">
            <a:extLst xmlns:a="http://schemas.openxmlformats.org/drawingml/2006/main">
              <a:ext uri="{FF2B5EF4-FFF2-40B4-BE49-F238E27FC236}">
                <a16:creationId xmlns:a16="http://schemas.microsoft.com/office/drawing/2014/main" id="{2507FCB9-E8BC-4B34-9BC9-137E6E97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571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ullet-text-584-260-0">
            <a:extLst xmlns:a="http://schemas.openxmlformats.org/drawingml/2006/main">
              <a:ext uri="{FF2B5EF4-FFF2-40B4-BE49-F238E27FC236}">
                <a16:creationId xmlns:a16="http://schemas.microsoft.com/office/drawing/2014/main" id="{4A2BB9EC-172F-4913-8F18-4B9A8F59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76500"/>
            <a:ext cx="5353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按类型、文件夹、资源名或路径筛选</a:t>
            </a:r>
          </a:p>
        </p:txBody>
      </p:sp>
      <p:sp>
        <p:nvSpPr>
          <p:cNvPr id="7" name="bullet-584-260-1">
            <a:extLst xmlns:a="http://schemas.openxmlformats.org/drawingml/2006/main">
              <a:ext uri="{FF2B5EF4-FFF2-40B4-BE49-F238E27FC236}">
                <a16:creationId xmlns:a16="http://schemas.microsoft.com/office/drawing/2014/main" id="{62679695-F236-4683-95E4-B2777B28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352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text-584-260-1">
            <a:extLst xmlns:a="http://schemas.openxmlformats.org/drawingml/2006/main">
              <a:ext uri="{FF2B5EF4-FFF2-40B4-BE49-F238E27FC236}">
                <a16:creationId xmlns:a16="http://schemas.microsoft.com/office/drawing/2014/main" id="{1CB03F55-2BB6-4622-9E9F-78301053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57550"/>
            <a:ext cx="5353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更新可看前后尺寸；移动可看前后路径</a:t>
            </a:r>
          </a:p>
        </p:txBody>
      </p:sp>
      <p:sp>
        <p:nvSpPr>
          <p:cNvPr id="9" name="bullet-584-260-2">
            <a:extLst xmlns:a="http://schemas.openxmlformats.org/drawingml/2006/main">
              <a:ext uri="{FF2B5EF4-FFF2-40B4-BE49-F238E27FC236}">
                <a16:creationId xmlns:a16="http://schemas.microsoft.com/office/drawing/2014/main" id="{D8189EF2-07A2-47F9-872A-3FF71647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133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text-584-260-2">
            <a:extLst xmlns:a="http://schemas.openxmlformats.org/drawingml/2006/main">
              <a:ext uri="{FF2B5EF4-FFF2-40B4-BE49-F238E27FC236}">
                <a16:creationId xmlns:a16="http://schemas.microsoft.com/office/drawing/2014/main" id="{21EC23DE-F1AA-4A8F-A463-18C31E1C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038600"/>
            <a:ext cx="5353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组件集页签展示同步后的预计结果</a:t>
            </a:r>
          </a:p>
        </p:txBody>
      </p:sp>
      <p:sp>
        <p:nvSpPr>
          <p:cNvPr id="11" name="bullet-584-260-3">
            <a:extLst xmlns:a="http://schemas.openxmlformats.org/drawingml/2006/main">
              <a:ext uri="{FF2B5EF4-FFF2-40B4-BE49-F238E27FC236}">
                <a16:creationId xmlns:a16="http://schemas.microsoft.com/office/drawing/2014/main" id="{FB151A6D-9950-4B19-A75E-6621899D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914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text-584-260-3">
            <a:extLst xmlns:a="http://schemas.openxmlformats.org/drawingml/2006/main">
              <a:ext uri="{FF2B5EF4-FFF2-40B4-BE49-F238E27FC236}">
                <a16:creationId xmlns:a16="http://schemas.microsoft.com/office/drawing/2014/main" id="{AAE24C1A-41D1-4127-9ABF-6FCA2310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819650"/>
            <a:ext cx="5353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删除操作需要确认，异常资源只提醒不修改</a:t>
            </a:r>
          </a:p>
        </p:txBody>
      </p:sp>
      <p:sp>
        <p:nvSpPr>
          <p:cNvPr id="13" name="preview-tip">
            <a:extLst xmlns:a="http://schemas.openxmlformats.org/drawingml/2006/main">
              <a:ext uri="{FF2B5EF4-FFF2-40B4-BE49-F238E27FC236}">
                <a16:creationId xmlns:a16="http://schemas.microsoft.com/office/drawing/2014/main" id="{3ADA56BD-229A-488C-BCCD-3524512A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619750"/>
            <a:ext cx="5715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7F6ED"/>
          </a:solidFill>
          <a:ln xmlns:a="http://schemas.openxmlformats.org/drawingml/2006/main" w="9525">
            <a:solidFill>
              <a:srgbClr val="18864B"/>
            </a:solidFill>
            <a:prstDash val="solid"/>
          </a:ln>
        </p:spPr>
      </p:sp>
      <p:sp>
        <p:nvSpPr>
          <p:cNvPr id="14" name="preview-tip-text">
            <a:extLst xmlns:a="http://schemas.openxmlformats.org/drawingml/2006/main">
              <a:ext uri="{FF2B5EF4-FFF2-40B4-BE49-F238E27FC236}">
                <a16:creationId xmlns:a16="http://schemas.microsoft.com/office/drawing/2014/main" id="{A261C1F1-607C-4415-8C78-3429AF0F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753100"/>
            <a:ext cx="523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8864B"/>
                </a:solidFill>
                <a:latin typeface="Microsoft YaHei"/>
                <a:ea typeface="Microsoft YaHei"/>
                <a:cs typeface="Microsoft YaHei"/>
              </a:defRPr>
            </a:pPr>
            <a:r>
              <a:t>确认无误后，再从预览页或主界面开始同步。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4cedd61dbd47bf"/>
          <a:stretch xmlns:a="http://schemas.openxmlformats.org/drawingml/2006/main"/>
        </p:blipFill>
        <p:spPr>
          <a:xfrm xmlns:a="http://schemas.openxmlformats.org/drawingml/2006/main">
            <a:off x="1410229" y="1409700"/>
            <a:ext cx="2513542" cy="476250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3009225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itle-7">
            <a:extLst xmlns:a="http://schemas.openxmlformats.org/drawingml/2006/main">
              <a:ext uri="{FF2B5EF4-FFF2-40B4-BE49-F238E27FC236}">
                <a16:creationId xmlns:a16="http://schemas.microsoft.com/office/drawing/2014/main" id="{B9653B47-4AD0-45A1-BAEE-0B4ACBA4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0858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它会自动把 PNG 变成有结构的 Figma 资产</a:t>
            </a:r>
          </a:p>
        </p:txBody>
      </p:sp>
      <p:sp>
        <p:nvSpPr>
          <p:cNvPr id="2" name="number-7">
            <a:extLst xmlns:a="http://schemas.openxmlformats.org/drawingml/2006/main">
              <a:ext uri="{FF2B5EF4-FFF2-40B4-BE49-F238E27FC236}">
                <a16:creationId xmlns:a16="http://schemas.microsoft.com/office/drawing/2014/main" id="{756E1730-60FA-45E6-B74E-E4A211E3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95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07</a:t>
            </a:r>
          </a:p>
        </p:txBody>
      </p:sp>
      <p:sp>
        <p:nvSpPr>
          <p:cNvPr id="3" name="structure-note">
            <a:extLst xmlns:a="http://schemas.openxmlformats.org/drawingml/2006/main">
              <a:ext uri="{FF2B5EF4-FFF2-40B4-BE49-F238E27FC236}">
                <a16:creationId xmlns:a16="http://schemas.microsoft.com/office/drawing/2014/main" id="{CCC545D4-7D60-4453-8C3E-8C524E32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1049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默认“严格尺寸”：同一一级目录、宽高完全相同、至少 2 个资源，才组成 Component Set。</a:t>
            </a:r>
          </a:p>
        </p:txBody>
      </p:sp>
      <p:sp>
        <p:nvSpPr>
          <p:cNvPr id="4" name="structure-arrow-1">
            <a:extLst xmlns:a="http://schemas.openxmlformats.org/drawingml/2006/main">
              <a:ext uri="{FF2B5EF4-FFF2-40B4-BE49-F238E27FC236}">
                <a16:creationId xmlns:a16="http://schemas.microsoft.com/office/drawing/2014/main" id="{A0D060B0-C599-4E7C-9B1A-64F64E3A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813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ructure-arrow-2">
            <a:extLst xmlns:a="http://schemas.openxmlformats.org/drawingml/2006/main">
              <a:ext uri="{FF2B5EF4-FFF2-40B4-BE49-F238E27FC236}">
                <a16:creationId xmlns:a16="http://schemas.microsoft.com/office/drawing/2014/main" id="{611CD961-12E6-4ED9-89D4-CC8C06F3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1813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ructure-arrow-3">
            <a:extLst xmlns:a="http://schemas.openxmlformats.org/drawingml/2006/main">
              <a:ext uri="{FF2B5EF4-FFF2-40B4-BE49-F238E27FC236}">
                <a16:creationId xmlns:a16="http://schemas.microsoft.com/office/drawing/2014/main" id="{E5641311-148D-4856-A500-F91C3FBE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813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ructure-arrow-char-1">
            <a:extLst xmlns:a="http://schemas.openxmlformats.org/drawingml/2006/main">
              <a:ext uri="{FF2B5EF4-FFF2-40B4-BE49-F238E27FC236}">
                <a16:creationId xmlns:a16="http://schemas.microsoft.com/office/drawing/2014/main" id="{02410D21-B544-4552-9123-F6ED81B1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76550"/>
            <a:ext cx="476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0" i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›</a:t>
            </a:r>
          </a:p>
        </p:txBody>
      </p:sp>
      <p:sp>
        <p:nvSpPr>
          <p:cNvPr id="8" name="structure-arrow-char-2">
            <a:extLst xmlns:a="http://schemas.openxmlformats.org/drawingml/2006/main">
              <a:ext uri="{FF2B5EF4-FFF2-40B4-BE49-F238E27FC236}">
                <a16:creationId xmlns:a16="http://schemas.microsoft.com/office/drawing/2014/main" id="{C3DA050A-50D6-4E05-8CBA-A97D4897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76550"/>
            <a:ext cx="476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0" i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›</a:t>
            </a:r>
          </a:p>
        </p:txBody>
      </p:sp>
      <p:sp>
        <p:nvSpPr>
          <p:cNvPr id="9" name="structure-arrow-char-3">
            <a:extLst xmlns:a="http://schemas.openxmlformats.org/drawingml/2006/main">
              <a:ext uri="{FF2B5EF4-FFF2-40B4-BE49-F238E27FC236}">
                <a16:creationId xmlns:a16="http://schemas.microsoft.com/office/drawing/2014/main" id="{24E4EBC2-8B40-4350-954B-6A36DCAE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76550"/>
            <a:ext cx="476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0" i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›</a:t>
            </a:r>
          </a:p>
        </p:txBody>
      </p:sp>
      <p:sp>
        <p:nvSpPr>
          <p:cNvPr id="10" name="root-node">
            <a:extLst xmlns:a="http://schemas.openxmlformats.org/drawingml/2006/main">
              <a:ext uri="{FF2B5EF4-FFF2-40B4-BE49-F238E27FC236}">
                <a16:creationId xmlns:a16="http://schemas.microsoft.com/office/drawing/2014/main" id="{ED694A4C-7956-4400-8097-5C35CD67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24003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16BE5"/>
            </a:solidFill>
            <a:prstDash val="solid"/>
          </a:ln>
        </p:spPr>
      </p:sp>
      <p:sp>
        <p:nvSpPr>
          <p:cNvPr id="11" name="section-node">
            <a:extLst xmlns:a="http://schemas.openxmlformats.org/drawingml/2006/main">
              <a:ext uri="{FF2B5EF4-FFF2-40B4-BE49-F238E27FC236}">
                <a16:creationId xmlns:a16="http://schemas.microsoft.com/office/drawing/2014/main" id="{F8A047B8-933E-4519-8389-B82851A1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62200"/>
            <a:ext cx="20193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12" name="component-node">
            <a:extLst xmlns:a="http://schemas.openxmlformats.org/drawingml/2006/main">
              <a:ext uri="{FF2B5EF4-FFF2-40B4-BE49-F238E27FC236}">
                <a16:creationId xmlns:a16="http://schemas.microsoft.com/office/drawing/2014/main" id="{75A3C4B3-1680-4AA6-B27D-BD5561EB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62200"/>
            <a:ext cx="20193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13" name="set-node">
            <a:extLst xmlns:a="http://schemas.openxmlformats.org/drawingml/2006/main">
              <a:ext uri="{FF2B5EF4-FFF2-40B4-BE49-F238E27FC236}">
                <a16:creationId xmlns:a16="http://schemas.microsoft.com/office/drawing/2014/main" id="{0F2AB7BC-44F7-4DD4-A345-181C60EF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62200"/>
            <a:ext cx="24384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2EAFF"/>
          </a:solidFill>
          <a:ln xmlns:a="http://schemas.openxmlformats.org/drawingml/2006/main" w="9525">
            <a:solidFill>
              <a:srgbClr val="8A38F5"/>
            </a:solidFill>
            <a:prstDash val="solid"/>
          </a:ln>
        </p:spPr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28384FC5-4CF0-4FC9-805E-55265459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180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16BE5"/>
                </a:solidFill>
                <a:latin typeface="Microsoft YaHei"/>
                <a:ea typeface="Microsoft YaHei"/>
                <a:cs typeface="Microsoft YaHei"/>
              </a:defRPr>
            </a:pPr>
            <a:r>
              <a:t>本地目录</a:t>
            </a:r>
          </a:p>
        </p:txBody>
      </p:sp>
      <p:sp>
        <p:nvSpPr>
          <p:cNvPr id="15" name="root-title">
            <a:extLst xmlns:a="http://schemas.openxmlformats.org/drawingml/2006/main">
              <a:ext uri="{FF2B5EF4-FFF2-40B4-BE49-F238E27FC236}">
                <a16:creationId xmlns:a16="http://schemas.microsoft.com/office/drawing/2014/main" id="{68647CA5-D86C-4714-9123-395CA442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1809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res/common/
home.png</a:t>
            </a:r>
          </a:p>
        </p:txBody>
      </p:sp>
      <p:sp>
        <p:nvSpPr>
          <p:cNvPr id="16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03E2A13-C2A4-4F7C-AA0E-BA046772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590800"/>
            <a:ext cx="1524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FIGMA</a:t>
            </a:r>
          </a:p>
        </p:txBody>
      </p:sp>
      <p:sp>
        <p:nvSpPr>
          <p:cNvPr id="17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94ED72A1-58F0-43ED-A576-B9A16204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05150"/>
            <a:ext cx="1524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Section
common</a:t>
            </a:r>
          </a:p>
        </p:txBody>
      </p:sp>
      <p:sp>
        <p:nvSpPr>
          <p:cNvPr id="18" name="component-label">
            <a:extLst xmlns:a="http://schemas.openxmlformats.org/drawingml/2006/main">
              <a:ext uri="{FF2B5EF4-FFF2-40B4-BE49-F238E27FC236}">
                <a16:creationId xmlns:a16="http://schemas.microsoft.com/office/drawing/2014/main" id="{C04EE437-E3AE-41AD-9AC1-66ABCF5A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90800"/>
            <a:ext cx="1524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ASSET</a:t>
            </a:r>
          </a:p>
        </p:txBody>
      </p:sp>
      <p:sp>
        <p:nvSpPr>
          <p:cNvPr id="19" name="component-title">
            <a:extLst xmlns:a="http://schemas.openxmlformats.org/drawingml/2006/main">
              <a:ext uri="{FF2B5EF4-FFF2-40B4-BE49-F238E27FC236}">
                <a16:creationId xmlns:a16="http://schemas.microsoft.com/office/drawing/2014/main" id="{639C3628-B57C-4407-B90E-F7CDB3D9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05150"/>
            <a:ext cx="1524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Component
home</a:t>
            </a:r>
          </a:p>
        </p:txBody>
      </p:sp>
      <p:sp>
        <p:nvSpPr>
          <p:cNvPr id="20" name="set-label">
            <a:extLst xmlns:a="http://schemas.openxmlformats.org/drawingml/2006/main">
              <a:ext uri="{FF2B5EF4-FFF2-40B4-BE49-F238E27FC236}">
                <a16:creationId xmlns:a16="http://schemas.microsoft.com/office/drawing/2014/main" id="{C40CAE7B-0A49-41F2-812E-61A0CEB5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90800"/>
            <a:ext cx="1905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A38F5"/>
                </a:solidFill>
                <a:latin typeface="Microsoft YaHei"/>
                <a:ea typeface="Microsoft YaHei"/>
                <a:cs typeface="Microsoft YaHei"/>
              </a:defRPr>
            </a:pPr>
            <a:r>
              <a:t>GROUP</a:t>
            </a:r>
          </a:p>
        </p:txBody>
      </p:sp>
      <p:sp>
        <p:nvSpPr>
          <p:cNvPr id="21" name="set-title">
            <a:extLst xmlns:a="http://schemas.openxmlformats.org/drawingml/2006/main">
              <a:ext uri="{FF2B5EF4-FFF2-40B4-BE49-F238E27FC236}">
                <a16:creationId xmlns:a16="http://schemas.microsoft.com/office/drawing/2014/main" id="{AF40FE1D-E9EB-4ECD-AAAF-F78A89D6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05150"/>
            <a:ext cx="1905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Component Set
32×32</a:t>
            </a:r>
          </a:p>
        </p:txBody>
      </p:sp>
      <p:sp>
        <p:nvSpPr>
          <p:cNvPr id="22" name="strict-note">
            <a:extLst xmlns:a="http://schemas.openxmlformats.org/drawingml/2006/main">
              <a:ext uri="{FF2B5EF4-FFF2-40B4-BE49-F238E27FC236}">
                <a16:creationId xmlns:a16="http://schemas.microsoft.com/office/drawing/2014/main" id="{D275D1F1-7275-4B94-B3E6-8B406B57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533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16BE5"/>
            </a:solidFill>
            <a:prstDash val="solid"/>
          </a:ln>
        </p:spPr>
      </p:sp>
      <p:sp>
        <p:nvSpPr>
          <p:cNvPr id="23" name="strict-title">
            <a:extLst xmlns:a="http://schemas.openxmlformats.org/drawingml/2006/main">
              <a:ext uri="{FF2B5EF4-FFF2-40B4-BE49-F238E27FC236}">
                <a16:creationId xmlns:a16="http://schemas.microsoft.com/office/drawing/2014/main" id="{B8A2A8A8-79AF-417F-B05B-E5C27194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16BE5"/>
                </a:solidFill>
                <a:latin typeface="Microsoft YaHei"/>
                <a:ea typeface="Microsoft YaHei"/>
                <a:cs typeface="Microsoft YaHei"/>
              </a:defRPr>
            </a:pPr>
            <a:r>
              <a:t>严格尺寸（默认）</a:t>
            </a:r>
          </a:p>
        </p:txBody>
      </p:sp>
      <p:sp>
        <p:nvSpPr>
          <p:cNvPr id="24" name="strict-body">
            <a:extLst xmlns:a="http://schemas.openxmlformats.org/drawingml/2006/main">
              <a:ext uri="{FF2B5EF4-FFF2-40B4-BE49-F238E27FC236}">
                <a16:creationId xmlns:a16="http://schemas.microsoft.com/office/drawing/2014/main" id="{86081E5C-8895-44A4-8597-A39A2964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规则简单、稳定，第一次使用建议保持默认。</a:t>
            </a:r>
          </a:p>
        </p:txBody>
      </p:sp>
      <p:sp>
        <p:nvSpPr>
          <p:cNvPr id="25" name="ai-note">
            <a:extLst xmlns:a="http://schemas.openxmlformats.org/drawingml/2006/main">
              <a:ext uri="{FF2B5EF4-FFF2-40B4-BE49-F238E27FC236}">
                <a16:creationId xmlns:a16="http://schemas.microsoft.com/office/drawing/2014/main" id="{E132247B-1BC4-491B-8DE7-EBFCC9DE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62500"/>
            <a:ext cx="533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EAFF"/>
          </a:solidFill>
          <a:ln xmlns:a="http://schemas.openxmlformats.org/drawingml/2006/main" w="9525">
            <a:solidFill>
              <a:srgbClr val="8A38F5"/>
            </a:solidFill>
            <a:prstDash val="solid"/>
          </a:ln>
        </p:spPr>
      </p:sp>
      <p:sp>
        <p:nvSpPr>
          <p:cNvPr id="26" name="ai-title">
            <a:extLst xmlns:a="http://schemas.openxmlformats.org/drawingml/2006/main">
              <a:ext uri="{FF2B5EF4-FFF2-40B4-BE49-F238E27FC236}">
                <a16:creationId xmlns:a16="http://schemas.microsoft.com/office/drawing/2014/main" id="{1AD23C51-1CCA-4169-A572-59607CCD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3395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8A38F5"/>
                </a:solidFill>
                <a:latin typeface="Microsoft YaHei"/>
                <a:ea typeface="Microsoft YaHei"/>
                <a:cs typeface="Microsoft YaHei"/>
              </a:defRPr>
            </a:pPr>
            <a:r>
              <a:t>AI 辅助（可选）</a:t>
            </a:r>
          </a:p>
        </p:txBody>
      </p:sp>
      <p:sp>
        <p:nvSpPr>
          <p:cNvPr id="27" name="ai-body">
            <a:extLst xmlns:a="http://schemas.openxmlformats.org/drawingml/2006/main">
              <a:ext uri="{FF2B5EF4-FFF2-40B4-BE49-F238E27FC236}">
                <a16:creationId xmlns:a16="http://schemas.microsoft.com/office/drawing/2014/main" id="{8CA2DF72-7284-48F0-B3BF-9EB6BB64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14950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AI 只给分类方案；插件校验后，仍需用户确认同步。</a:t>
            </a:r>
          </a:p>
        </p:txBody>
      </p:sp>
    </p:spTree>
    <p:extLst>
      <p:ext uri="{BB962C8B-B14F-4D97-AF65-F5344CB8AC3E}">
        <p14:creationId xmlns:p14="http://schemas.microsoft.com/office/powerpoint/2010/main" val="18937720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8">
            <a:extLst xmlns:a="http://schemas.openxmlformats.org/drawingml/2006/main">
              <a:ext uri="{FF2B5EF4-FFF2-40B4-BE49-F238E27FC236}">
                <a16:creationId xmlns:a16="http://schemas.microsoft.com/office/drawing/2014/main" id="{407BDA97-B132-429F-99CD-C30734A3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0858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增量同步靠“先比对，再只改变化”</a:t>
            </a:r>
          </a:p>
        </p:txBody>
      </p:sp>
      <p:sp>
        <p:nvSpPr>
          <p:cNvPr id="2" name="number-8">
            <a:extLst xmlns:a="http://schemas.openxmlformats.org/drawingml/2006/main">
              <a:ext uri="{FF2B5EF4-FFF2-40B4-BE49-F238E27FC236}">
                <a16:creationId xmlns:a16="http://schemas.microsoft.com/office/drawing/2014/main" id="{BFA5A413-90FD-40BF-999F-CD9474DF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95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08</a:t>
            </a:r>
          </a:p>
        </p:txBody>
      </p:sp>
      <p:sp>
        <p:nvSpPr>
          <p:cNvPr id="3" name="mechanism-lead">
            <a:extLst xmlns:a="http://schemas.openxmlformats.org/drawingml/2006/main">
              <a:ext uri="{FF2B5EF4-FFF2-40B4-BE49-F238E27FC236}">
                <a16:creationId xmlns:a16="http://schemas.microsoft.com/office/drawing/2014/main" id="{E8271743-66A5-42DF-89EF-6F53CDC2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0650"/>
            <a:ext cx="11049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同尺寸替换只更新图片填充，Component ID、位置和组件集尽量保持不变。</a:t>
            </a:r>
          </a:p>
        </p:txBody>
      </p:sp>
      <p:sp>
        <p:nvSpPr>
          <p:cNvPr id="4" name="mechanism-line">
            <a:extLst xmlns:a="http://schemas.openxmlformats.org/drawingml/2006/main">
              <a:ext uri="{FF2B5EF4-FFF2-40B4-BE49-F238E27FC236}">
                <a16:creationId xmlns:a16="http://schemas.microsoft.com/office/drawing/2014/main" id="{646B5C7D-73BD-4627-942F-E165D906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1028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chanism-dot-0">
            <a:extLst xmlns:a="http://schemas.openxmlformats.org/drawingml/2006/main">
              <a:ext uri="{FF2B5EF4-FFF2-40B4-BE49-F238E27FC236}">
                <a16:creationId xmlns:a16="http://schemas.microsoft.com/office/drawing/2014/main" id="{69830890-647B-468D-BC2B-B9FE2B60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241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3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chanism-num-0">
            <a:extLst xmlns:a="http://schemas.openxmlformats.org/drawingml/2006/main">
              <a:ext uri="{FF2B5EF4-FFF2-40B4-BE49-F238E27FC236}">
                <a16:creationId xmlns:a16="http://schemas.microsoft.com/office/drawing/2014/main" id="{798B8A05-53FE-4ACB-830C-994E5705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24175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1</a:t>
            </a:r>
          </a:p>
        </p:txBody>
      </p:sp>
      <p:sp>
        <p:nvSpPr>
          <p:cNvPr id="7" name="mechanism-title-0">
            <a:extLst xmlns:a="http://schemas.openxmlformats.org/drawingml/2006/main">
              <a:ext uri="{FF2B5EF4-FFF2-40B4-BE49-F238E27FC236}">
                <a16:creationId xmlns:a16="http://schemas.microsoft.com/office/drawing/2014/main" id="{BBE5A298-5EB2-4C13-AA20-944E0C1C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2190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扫描</a:t>
            </a:r>
          </a:p>
        </p:txBody>
      </p:sp>
      <p:sp>
        <p:nvSpPr>
          <p:cNvPr id="8" name="mechanism-body-0">
            <a:extLst xmlns:a="http://schemas.openxmlformats.org/drawingml/2006/main">
              <a:ext uri="{FF2B5EF4-FFF2-40B4-BE49-F238E27FC236}">
                <a16:creationId xmlns:a16="http://schemas.microsoft.com/office/drawing/2014/main" id="{BBBCFD73-98A7-45F9-80BA-5895FEF4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24765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读取路径、尺寸、体积和快速索引</a:t>
            </a:r>
          </a:p>
        </p:txBody>
      </p:sp>
      <p:sp>
        <p:nvSpPr>
          <p:cNvPr id="9" name="mechanism-dot-1">
            <a:extLst xmlns:a="http://schemas.openxmlformats.org/drawingml/2006/main">
              <a:ext uri="{FF2B5EF4-FFF2-40B4-BE49-F238E27FC236}">
                <a16:creationId xmlns:a16="http://schemas.microsoft.com/office/drawing/2014/main" id="{55D0AC39-B889-4BDE-A07E-31026938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241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3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chanism-num-1">
            <a:extLst xmlns:a="http://schemas.openxmlformats.org/drawingml/2006/main">
              <a:ext uri="{FF2B5EF4-FFF2-40B4-BE49-F238E27FC236}">
                <a16:creationId xmlns:a16="http://schemas.microsoft.com/office/drawing/2014/main" id="{9C76EEE7-576E-4AC4-A383-89C94295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24175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2</a:t>
            </a:r>
          </a:p>
        </p:txBody>
      </p:sp>
      <p:sp>
        <p:nvSpPr>
          <p:cNvPr id="11" name="mechanism-title-1">
            <a:extLst xmlns:a="http://schemas.openxmlformats.org/drawingml/2006/main">
              <a:ext uri="{FF2B5EF4-FFF2-40B4-BE49-F238E27FC236}">
                <a16:creationId xmlns:a16="http://schemas.microsoft.com/office/drawing/2014/main" id="{7453A8E3-4B17-424D-85CE-EC90EBEF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62350"/>
            <a:ext cx="2190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比对</a:t>
            </a:r>
          </a:p>
        </p:txBody>
      </p:sp>
      <p:sp>
        <p:nvSpPr>
          <p:cNvPr id="12" name="mechanism-body-1">
            <a:extLst xmlns:a="http://schemas.openxmlformats.org/drawingml/2006/main">
              <a:ext uri="{FF2B5EF4-FFF2-40B4-BE49-F238E27FC236}">
                <a16:creationId xmlns:a16="http://schemas.microsoft.com/office/drawing/2014/main" id="{4BD33CE2-17E9-45C2-A037-B56DF0B4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171950"/>
            <a:ext cx="24765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SHA-256 区分新增、更新、移动和删除</a:t>
            </a:r>
          </a:p>
        </p:txBody>
      </p:sp>
      <p:sp>
        <p:nvSpPr>
          <p:cNvPr id="13" name="mechanism-dot-2">
            <a:extLst xmlns:a="http://schemas.openxmlformats.org/drawingml/2006/main">
              <a:ext uri="{FF2B5EF4-FFF2-40B4-BE49-F238E27FC236}">
                <a16:creationId xmlns:a16="http://schemas.microsoft.com/office/drawing/2014/main" id="{18673E24-E258-41F1-90C4-B3BED02B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241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3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echanism-num-2">
            <a:extLst xmlns:a="http://schemas.openxmlformats.org/drawingml/2006/main">
              <a:ext uri="{FF2B5EF4-FFF2-40B4-BE49-F238E27FC236}">
                <a16:creationId xmlns:a16="http://schemas.microsoft.com/office/drawing/2014/main" id="{9BB19416-4200-422B-B6A3-BE0184A0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24175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3</a:t>
            </a:r>
          </a:p>
        </p:txBody>
      </p:sp>
      <p:sp>
        <p:nvSpPr>
          <p:cNvPr id="15" name="mechanism-title-2">
            <a:extLst xmlns:a="http://schemas.openxmlformats.org/drawingml/2006/main">
              <a:ext uri="{FF2B5EF4-FFF2-40B4-BE49-F238E27FC236}">
                <a16:creationId xmlns:a16="http://schemas.microsoft.com/office/drawing/2014/main" id="{B4389F91-CED3-437E-B0DA-0CDFC883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62350"/>
            <a:ext cx="2190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应用</a:t>
            </a:r>
          </a:p>
        </p:txBody>
      </p:sp>
      <p:sp>
        <p:nvSpPr>
          <p:cNvPr id="16" name="mechanism-body-2">
            <a:extLst xmlns:a="http://schemas.openxmlformats.org/drawingml/2006/main">
              <a:ext uri="{FF2B5EF4-FFF2-40B4-BE49-F238E27FC236}">
                <a16:creationId xmlns:a16="http://schemas.microsoft.com/office/drawing/2014/main" id="{AD40F1F8-9DAD-47D8-B0BC-D11AEA44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71950"/>
            <a:ext cx="24765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只处理变化文件，复用相同图片内容</a:t>
            </a:r>
          </a:p>
        </p:txBody>
      </p:sp>
      <p:sp>
        <p:nvSpPr>
          <p:cNvPr id="17" name="mechanism-dot-3">
            <a:extLst xmlns:a="http://schemas.openxmlformats.org/drawingml/2006/main">
              <a:ext uri="{FF2B5EF4-FFF2-40B4-BE49-F238E27FC236}">
                <a16:creationId xmlns:a16="http://schemas.microsoft.com/office/drawing/2014/main" id="{80C38D12-D196-4FDF-A6AD-2AB52A02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241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3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echanism-num-3">
            <a:extLst xmlns:a="http://schemas.openxmlformats.org/drawingml/2006/main">
              <a:ext uri="{FF2B5EF4-FFF2-40B4-BE49-F238E27FC236}">
                <a16:creationId xmlns:a16="http://schemas.microsoft.com/office/drawing/2014/main" id="{5F10F09C-B769-4BF4-BEE3-A2258AD3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24175"/>
            <a:ext cx="266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4</a:t>
            </a:r>
          </a:p>
        </p:txBody>
      </p:sp>
      <p:sp>
        <p:nvSpPr>
          <p:cNvPr id="19" name="mechanism-title-3">
            <a:extLst xmlns:a="http://schemas.openxmlformats.org/drawingml/2006/main">
              <a:ext uri="{FF2B5EF4-FFF2-40B4-BE49-F238E27FC236}">
                <a16:creationId xmlns:a16="http://schemas.microsoft.com/office/drawing/2014/main" id="{9E586FC1-2D88-42C3-8CC0-5F6598C6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62350"/>
            <a:ext cx="2190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排版</a:t>
            </a:r>
          </a:p>
        </p:txBody>
      </p:sp>
      <p:sp>
        <p:nvSpPr>
          <p:cNvPr id="20" name="mechanism-body-3">
            <a:extLst xmlns:a="http://schemas.openxmlformats.org/drawingml/2006/main">
              <a:ext uri="{FF2B5EF4-FFF2-40B4-BE49-F238E27FC236}">
                <a16:creationId xmlns:a16="http://schemas.microsoft.com/office/drawing/2014/main" id="{57C9293B-4EE6-4194-9A09-1E8644E3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171950"/>
            <a:ext cx="24765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有结构变化时才统一整理 Section</a:t>
            </a:r>
          </a:p>
        </p:txBody>
      </p:sp>
      <p:sp>
        <p:nvSpPr>
          <p:cNvPr id="21" name="mechanism-result">
            <a:extLst xmlns:a="http://schemas.openxmlformats.org/drawingml/2006/main">
              <a:ext uri="{FF2B5EF4-FFF2-40B4-BE49-F238E27FC236}">
                <a16:creationId xmlns:a16="http://schemas.microsoft.com/office/drawing/2014/main" id="{633E539F-0743-4C6F-A42E-06C49667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467350"/>
            <a:ext cx="75438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7F6ED"/>
          </a:solidFill>
          <a:ln xmlns:a="http://schemas.openxmlformats.org/drawingml/2006/main" w="9525">
            <a:solidFill>
              <a:srgbClr val="18864B"/>
            </a:solidFill>
            <a:prstDash val="solid"/>
          </a:ln>
        </p:spPr>
      </p:sp>
      <p:sp>
        <p:nvSpPr>
          <p:cNvPr id="22" name="mechanism-result-text">
            <a:extLst xmlns:a="http://schemas.openxmlformats.org/drawingml/2006/main">
              <a:ext uri="{FF2B5EF4-FFF2-40B4-BE49-F238E27FC236}">
                <a16:creationId xmlns:a16="http://schemas.microsoft.com/office/drawing/2014/main" id="{E6CAE6B3-DF9E-4C18-8765-3826E5EF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600700"/>
            <a:ext cx="6972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8864B"/>
                </a:solidFill>
                <a:latin typeface="Microsoft YaHei"/>
                <a:ea typeface="Microsoft YaHei"/>
                <a:cs typeface="Microsoft YaHei"/>
              </a:defRPr>
            </a:pPr>
            <a:r>
              <a:t>结果：未变化内容不重写、不移动；失败时也不会继续执行待删除项。</a:t>
            </a:r>
          </a:p>
        </p:txBody>
      </p:sp>
    </p:spTree>
    <p:extLst>
      <p:ext uri="{BB962C8B-B14F-4D97-AF65-F5344CB8AC3E}">
        <p14:creationId xmlns:p14="http://schemas.microsoft.com/office/powerpoint/2010/main" val="15748277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9">
            <a:extLst xmlns:a="http://schemas.openxmlformats.org/drawingml/2006/main">
              <a:ext uri="{FF2B5EF4-FFF2-40B4-BE49-F238E27FC236}">
                <a16:creationId xmlns:a16="http://schemas.microsoft.com/office/drawing/2014/main" id="{F54CA27F-91B0-444A-8E80-E08E748F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0858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自动排版的目标：紧凑、可读、少打扰</a:t>
            </a:r>
          </a:p>
        </p:txBody>
      </p:sp>
      <p:sp>
        <p:nvSpPr>
          <p:cNvPr id="2" name="number-9">
            <a:extLst xmlns:a="http://schemas.openxmlformats.org/drawingml/2006/main">
              <a:ext uri="{FF2B5EF4-FFF2-40B4-BE49-F238E27FC236}">
                <a16:creationId xmlns:a16="http://schemas.microsoft.com/office/drawing/2014/main" id="{8F784B87-CF55-4067-B1D5-D6566EB4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95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09</a:t>
            </a:r>
          </a:p>
        </p:txBody>
      </p:sp>
      <p:sp>
        <p:nvSpPr>
          <p:cNvPr id="3" name="layout-card-0">
            <a:extLst xmlns:a="http://schemas.openxmlformats.org/drawingml/2006/main">
              <a:ext uri="{FF2B5EF4-FFF2-40B4-BE49-F238E27FC236}">
                <a16:creationId xmlns:a16="http://schemas.microsoft.com/office/drawing/2014/main" id="{0FBF1FAA-655D-4175-B67C-5FFF38D9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5486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16BE5"/>
            </a:solidFill>
            <a:prstDash val="solid"/>
          </a:ln>
        </p:spPr>
      </p:sp>
      <p:sp>
        <p:nvSpPr>
          <p:cNvPr id="4" name="layout-title-0">
            <a:extLst xmlns:a="http://schemas.openxmlformats.org/drawingml/2006/main">
              <a:ext uri="{FF2B5EF4-FFF2-40B4-BE49-F238E27FC236}">
                <a16:creationId xmlns:a16="http://schemas.microsoft.com/office/drawing/2014/main" id="{CAD6A28E-7762-47FE-9ABD-E093AAA6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4762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16BE5"/>
                </a:solidFill>
                <a:latin typeface="Microsoft YaHei"/>
                <a:ea typeface="Microsoft YaHei"/>
                <a:cs typeface="Microsoft YaHei"/>
              </a:defRPr>
            </a:pPr>
            <a:r>
              <a:t>只认一级目录</a:t>
            </a:r>
          </a:p>
        </p:txBody>
      </p:sp>
      <p:sp>
        <p:nvSpPr>
          <p:cNvPr id="5" name="layout-body-0">
            <a:extLst xmlns:a="http://schemas.openxmlformats.org/drawingml/2006/main">
              <a:ext uri="{FF2B5EF4-FFF2-40B4-BE49-F238E27FC236}">
                <a16:creationId xmlns:a16="http://schemas.microsoft.com/office/drawing/2014/main" id="{C48BEAD6-AE33-443D-87A3-88E9C0DF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4857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common/button 仍放进 common Section，不无限拆层级。</a:t>
            </a:r>
          </a:p>
        </p:txBody>
      </p:sp>
      <p:sp>
        <p:nvSpPr>
          <p:cNvPr id="6" name="layout-card-1">
            <a:extLst xmlns:a="http://schemas.openxmlformats.org/drawingml/2006/main">
              <a:ext uri="{FF2B5EF4-FFF2-40B4-BE49-F238E27FC236}">
                <a16:creationId xmlns:a16="http://schemas.microsoft.com/office/drawing/2014/main" id="{58699552-B642-4632-B304-3A0ACAB7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81200"/>
            <a:ext cx="5486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2EAFF"/>
          </a:solidFill>
          <a:ln xmlns:a="http://schemas.openxmlformats.org/drawingml/2006/main" w="9525">
            <a:solidFill>
              <a:srgbClr val="8A38F5"/>
            </a:solidFill>
            <a:prstDash val="solid"/>
          </a:ln>
        </p:spPr>
      </p:sp>
      <p:sp>
        <p:nvSpPr>
          <p:cNvPr id="7" name="layout-title-1">
            <a:extLst xmlns:a="http://schemas.openxmlformats.org/drawingml/2006/main">
              <a:ext uri="{FF2B5EF4-FFF2-40B4-BE49-F238E27FC236}">
                <a16:creationId xmlns:a16="http://schemas.microsoft.com/office/drawing/2014/main" id="{3EAFD0B0-EE07-45A7-8274-7CB1D60C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09800"/>
            <a:ext cx="4762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8A38F5"/>
                </a:solidFill>
                <a:latin typeface="Microsoft YaHei"/>
                <a:ea typeface="Microsoft YaHei"/>
                <a:cs typeface="Microsoft YaHei"/>
              </a:defRPr>
            </a:pPr>
            <a:r>
              <a:t>组件集接近方形</a:t>
            </a:r>
          </a:p>
        </p:txBody>
      </p:sp>
      <p:sp>
        <p:nvSpPr>
          <p:cNvPr id="8" name="layout-body-1">
            <a:extLst xmlns:a="http://schemas.openxmlformats.org/drawingml/2006/main">
              <a:ext uri="{FF2B5EF4-FFF2-40B4-BE49-F238E27FC236}">
                <a16:creationId xmlns:a16="http://schemas.microsoft.com/office/drawing/2014/main" id="{4D172BF0-E9C0-4436-B3F9-D3B4B85A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62250"/>
            <a:ext cx="4857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同组资源自动紧凑排列，只有 1 个时保持普通 Component。</a:t>
            </a:r>
          </a:p>
        </p:txBody>
      </p:sp>
      <p:sp>
        <p:nvSpPr>
          <p:cNvPr id="9" name="layout-card-2">
            <a:extLst xmlns:a="http://schemas.openxmlformats.org/drawingml/2006/main">
              <a:ext uri="{FF2B5EF4-FFF2-40B4-BE49-F238E27FC236}">
                <a16:creationId xmlns:a16="http://schemas.microsoft.com/office/drawing/2014/main" id="{73DDE680-3B53-4DA3-9B70-368EB051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5486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2D9"/>
          </a:solidFill>
          <a:ln xmlns:a="http://schemas.openxmlformats.org/drawingml/2006/main" w="9525">
            <a:solidFill>
              <a:srgbClr val="B56A00"/>
            </a:solidFill>
            <a:prstDash val="solid"/>
          </a:ln>
        </p:spPr>
      </p:sp>
      <p:sp>
        <p:nvSpPr>
          <p:cNvPr id="10" name="layout-title-2">
            <a:extLst xmlns:a="http://schemas.openxmlformats.org/drawingml/2006/main">
              <a:ext uri="{FF2B5EF4-FFF2-40B4-BE49-F238E27FC236}">
                <a16:creationId xmlns:a16="http://schemas.microsoft.com/office/drawing/2014/main" id="{B967CEEF-7B67-4945-B7FA-80FFC2C0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4762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B56A00"/>
                </a:solidFill>
                <a:latin typeface="Microsoft YaHei"/>
                <a:ea typeface="Microsoft YaHei"/>
                <a:cs typeface="Microsoft YaHei"/>
              </a:defRPr>
            </a:pPr>
            <a:r>
              <a:t>间距有明确规则</a:t>
            </a:r>
          </a:p>
        </p:txBody>
      </p:sp>
      <p:sp>
        <p:nvSpPr>
          <p:cNvPr id="11" name="layout-body-2">
            <a:extLst xmlns:a="http://schemas.openxmlformats.org/drawingml/2006/main">
              <a:ext uri="{FF2B5EF4-FFF2-40B4-BE49-F238E27FC236}">
                <a16:creationId xmlns:a16="http://schemas.microsoft.com/office/drawing/2014/main" id="{387AAF84-9FE5-4B10-A5AC-8B4E18D9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4857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Section 内部间距 100；托管 Section 之间保留 200 安全间距。</a:t>
            </a:r>
          </a:p>
        </p:txBody>
      </p:sp>
      <p:sp>
        <p:nvSpPr>
          <p:cNvPr id="12" name="layout-card-3">
            <a:extLst xmlns:a="http://schemas.openxmlformats.org/drawingml/2006/main">
              <a:ext uri="{FF2B5EF4-FFF2-40B4-BE49-F238E27FC236}">
                <a16:creationId xmlns:a16="http://schemas.microsoft.com/office/drawing/2014/main" id="{2DDD2DFD-26D8-4B28-953A-10F9C96A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95750"/>
            <a:ext cx="5486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7F6ED"/>
          </a:solidFill>
          <a:ln xmlns:a="http://schemas.openxmlformats.org/drawingml/2006/main" w="9525">
            <a:solidFill>
              <a:srgbClr val="18864B"/>
            </a:solidFill>
            <a:prstDash val="solid"/>
          </a:ln>
        </p:spPr>
      </p:sp>
      <p:sp>
        <p:nvSpPr>
          <p:cNvPr id="13" name="layout-title-3">
            <a:extLst xmlns:a="http://schemas.openxmlformats.org/drawingml/2006/main">
              <a:ext uri="{FF2B5EF4-FFF2-40B4-BE49-F238E27FC236}">
                <a16:creationId xmlns:a16="http://schemas.microsoft.com/office/drawing/2014/main" id="{98958911-2B0F-4FCA-BC03-4EE33ABE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24350"/>
            <a:ext cx="4762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8864B"/>
                </a:solidFill>
                <a:latin typeface="Microsoft YaHei"/>
                <a:ea typeface="Microsoft YaHei"/>
                <a:cs typeface="Microsoft YaHei"/>
              </a:defRPr>
            </a:pPr>
            <a:r>
              <a:t>手工内容不乱动</a:t>
            </a:r>
          </a:p>
        </p:txBody>
      </p:sp>
      <p:sp>
        <p:nvSpPr>
          <p:cNvPr id="14" name="layout-body-3">
            <a:extLst xmlns:a="http://schemas.openxmlformats.org/drawingml/2006/main">
              <a:ext uri="{FF2B5EF4-FFF2-40B4-BE49-F238E27FC236}">
                <a16:creationId xmlns:a16="http://schemas.microsoft.com/office/drawing/2014/main" id="{EB755345-AE96-447A-8EB9-F8EE8140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76800"/>
            <a:ext cx="4857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非插件管理的手工 Section 保持原位，托管内容避让排布。</a:t>
            </a:r>
          </a:p>
        </p:txBody>
      </p:sp>
    </p:spTree>
    <p:extLst>
      <p:ext uri="{BB962C8B-B14F-4D97-AF65-F5344CB8AC3E}">
        <p14:creationId xmlns:p14="http://schemas.microsoft.com/office/powerpoint/2010/main" val="2148375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10">
            <a:extLst xmlns:a="http://schemas.openxmlformats.org/drawingml/2006/main">
              <a:ext uri="{FF2B5EF4-FFF2-40B4-BE49-F238E27FC236}">
                <a16:creationId xmlns:a16="http://schemas.microsoft.com/office/drawing/2014/main" id="{DCC9EFFD-7BD5-4352-97EB-A643E5DC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0858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用之前记住 4 条边界</a:t>
            </a:r>
          </a:p>
        </p:txBody>
      </p:sp>
      <p:sp>
        <p:nvSpPr>
          <p:cNvPr id="2" name="number-10">
            <a:extLst xmlns:a="http://schemas.openxmlformats.org/drawingml/2006/main">
              <a:ext uri="{FF2B5EF4-FFF2-40B4-BE49-F238E27FC236}">
                <a16:creationId xmlns:a16="http://schemas.microsoft.com/office/drawing/2014/main" id="{EA2A7817-B28A-49C0-AEED-A8038611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95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10</a:t>
            </a:r>
          </a:p>
        </p:txBody>
      </p:sp>
      <p:sp>
        <p:nvSpPr>
          <p:cNvPr id="3" name="boundary-shot-frame">
            <a:extLst xmlns:a="http://schemas.openxmlformats.org/drawingml/2006/main">
              <a:ext uri="{FF2B5EF4-FFF2-40B4-BE49-F238E27FC236}">
                <a16:creationId xmlns:a16="http://schemas.microsoft.com/office/drawing/2014/main" id="{FCEE54B9-533A-4FDB-A69A-8C76766C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3962400" cy="48387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4" name="boundary-label-1">
            <a:extLst xmlns:a="http://schemas.openxmlformats.org/drawingml/2006/main">
              <a:ext uri="{FF2B5EF4-FFF2-40B4-BE49-F238E27FC236}">
                <a16:creationId xmlns:a16="http://schemas.microsoft.com/office/drawing/2014/main" id="{857375AD-9456-4871-B6FC-3E8E8C9D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57350"/>
            <a:ext cx="514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8A38F5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5" name="boundary-text-1">
            <a:extLst xmlns:a="http://schemas.openxmlformats.org/drawingml/2006/main">
              <a:ext uri="{FF2B5EF4-FFF2-40B4-BE49-F238E27FC236}">
                <a16:creationId xmlns:a16="http://schemas.microsoft.com/office/drawing/2014/main" id="{88B14FA4-6371-40DD-9DCA-1C80077B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619250"/>
            <a:ext cx="5429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只处理 PNG；SVG、JPG 不在本插件范围内。</a:t>
            </a:r>
          </a:p>
        </p:txBody>
      </p:sp>
      <p:sp>
        <p:nvSpPr>
          <p:cNvPr id="6" name="boundary-label-2">
            <a:extLst xmlns:a="http://schemas.openxmlformats.org/drawingml/2006/main">
              <a:ext uri="{FF2B5EF4-FFF2-40B4-BE49-F238E27FC236}">
                <a16:creationId xmlns:a16="http://schemas.microsoft.com/office/drawing/2014/main" id="{30B20D46-C139-413F-BEF2-358D85EC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86050"/>
            <a:ext cx="514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8A38F5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7" name="boundary-text-2">
            <a:extLst xmlns:a="http://schemas.openxmlformats.org/drawingml/2006/main">
              <a:ext uri="{FF2B5EF4-FFF2-40B4-BE49-F238E27FC236}">
                <a16:creationId xmlns:a16="http://schemas.microsoft.com/office/drawing/2014/main" id="{13EC7968-3DF2-4547-A9B8-E88B718F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47950"/>
            <a:ext cx="5429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同一 Section 中，资源名尽量唯一。</a:t>
            </a:r>
          </a:p>
        </p:txBody>
      </p:sp>
      <p:sp>
        <p:nvSpPr>
          <p:cNvPr id="8" name="boundary-label-3">
            <a:extLst xmlns:a="http://schemas.openxmlformats.org/drawingml/2006/main">
              <a:ext uri="{FF2B5EF4-FFF2-40B4-BE49-F238E27FC236}">
                <a16:creationId xmlns:a16="http://schemas.microsoft.com/office/drawing/2014/main" id="{C1190A1E-4C2F-45ED-8600-38FF9970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14750"/>
            <a:ext cx="514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8A38F5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9" name="boundary-text-3">
            <a:extLst xmlns:a="http://schemas.openxmlformats.org/drawingml/2006/main">
              <a:ext uri="{FF2B5EF4-FFF2-40B4-BE49-F238E27FC236}">
                <a16:creationId xmlns:a16="http://schemas.microsoft.com/office/drawing/2014/main" id="{36F8F39D-61F1-4930-AC33-2C7FAA12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676650"/>
            <a:ext cx="5429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扫描后别切换页面；页面有改动先点“刷新页面”。</a:t>
            </a:r>
          </a:p>
        </p:txBody>
      </p:sp>
      <p:sp>
        <p:nvSpPr>
          <p:cNvPr id="10" name="boundary-label-4">
            <a:extLst xmlns:a="http://schemas.openxmlformats.org/drawingml/2006/main">
              <a:ext uri="{FF2B5EF4-FFF2-40B4-BE49-F238E27FC236}">
                <a16:creationId xmlns:a16="http://schemas.microsoft.com/office/drawing/2014/main" id="{012BA337-C75A-409E-B2F5-461863BF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95850"/>
            <a:ext cx="514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8A38F5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11" name="boundary-text-4">
            <a:extLst xmlns:a="http://schemas.openxmlformats.org/drawingml/2006/main">
              <a:ext uri="{FF2B5EF4-FFF2-40B4-BE49-F238E27FC236}">
                <a16:creationId xmlns:a16="http://schemas.microsoft.com/office/drawing/2014/main" id="{398795D1-C7A5-4AF5-8592-41272974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857750"/>
            <a:ext cx="5429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AI 不是必选项；没有 MCP 环境就用严格尺寸。</a:t>
            </a:r>
          </a:p>
        </p:txBody>
      </p:sp>
      <p:sp>
        <p:nvSpPr>
          <p:cNvPr id="12" name="boundary-caption">
            <a:extLst xmlns:a="http://schemas.openxmlformats.org/drawingml/2006/main">
              <a:ext uri="{FF2B5EF4-FFF2-40B4-BE49-F238E27FC236}">
                <a16:creationId xmlns:a16="http://schemas.microsoft.com/office/drawing/2014/main" id="{DF3A953D-9477-4919-A758-657FCB5B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3638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8236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C23B2A"/>
                </a:solidFill>
                <a:latin typeface="Microsoft YaHei"/>
                <a:ea typeface="Microsoft YaHei"/>
                <a:cs typeface="Microsoft YaHei"/>
              </a:defRPr>
            </a:pPr>
            <a:r>
              <a:t>异常资源只报告问题，不会修改本地文件，也不会阻止同步。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bc6a46ab29441f"/>
          <a:stretch xmlns:a="http://schemas.openxmlformats.org/drawingml/2006/main"/>
        </p:blipFill>
        <p:spPr>
          <a:xfrm xmlns:a="http://schemas.openxmlformats.org/drawingml/2006/main">
            <a:off x="1322387" y="1466850"/>
            <a:ext cx="2232025" cy="4229100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9807508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C4657347-5DC0-42FA-ADF4-1967A735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2286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8A38F5"/>
                </a:solidFill>
                <a:latin typeface="Microsoft YaHei"/>
                <a:ea typeface="Microsoft YaHei"/>
                <a:cs typeface="Microsoft YaHei"/>
              </a:defRPr>
            </a:pPr>
            <a:r>
              <a:t>推荐上手路径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59056E67-724B-443C-AF99-3B336A3A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828675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先用严格尺寸跑通一次，
再按需要开启 AI。</a:t>
            </a:r>
          </a:p>
        </p:txBody>
      </p:sp>
      <p:sp>
        <p:nvSpPr>
          <p:cNvPr id="3" name="close-step-1">
            <a:extLst xmlns:a="http://schemas.openxmlformats.org/drawingml/2006/main">
              <a:ext uri="{FF2B5EF4-FFF2-40B4-BE49-F238E27FC236}">
                <a16:creationId xmlns:a16="http://schemas.microsoft.com/office/drawing/2014/main" id="{B6D7EAB2-248C-4BB7-B967-80FAF43B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31813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16BE5"/>
            </a:solidFill>
            <a:prstDash val="solid"/>
          </a:ln>
        </p:spPr>
      </p:sp>
      <p:sp>
        <p:nvSpPr>
          <p:cNvPr id="4" name="close-step-2">
            <a:extLst xmlns:a="http://schemas.openxmlformats.org/drawingml/2006/main">
              <a:ext uri="{FF2B5EF4-FFF2-40B4-BE49-F238E27FC236}">
                <a16:creationId xmlns:a16="http://schemas.microsoft.com/office/drawing/2014/main" id="{61A69430-70D9-45B0-8187-4E7121FC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714750"/>
            <a:ext cx="31813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2EAFF"/>
          </a:solidFill>
          <a:ln xmlns:a="http://schemas.openxmlformats.org/drawingml/2006/main" w="9525">
            <a:solidFill>
              <a:srgbClr val="8A38F5"/>
            </a:solidFill>
            <a:prstDash val="solid"/>
          </a:ln>
        </p:spPr>
      </p:sp>
      <p:sp>
        <p:nvSpPr>
          <p:cNvPr id="5" name="close-step-3">
            <a:extLst xmlns:a="http://schemas.openxmlformats.org/drawingml/2006/main">
              <a:ext uri="{FF2B5EF4-FFF2-40B4-BE49-F238E27FC236}">
                <a16:creationId xmlns:a16="http://schemas.microsoft.com/office/drawing/2014/main" id="{447951BC-0542-427A-9E44-8E9503E6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14750"/>
            <a:ext cx="43053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7F6ED"/>
          </a:solidFill>
          <a:ln xmlns:a="http://schemas.openxmlformats.org/drawingml/2006/main" w="9525">
            <a:solidFill>
              <a:srgbClr val="18864B"/>
            </a:solidFill>
            <a:prstDash val="solid"/>
          </a:ln>
        </p:spPr>
      </p:sp>
      <p:sp>
        <p:nvSpPr>
          <p:cNvPr id="6" name="close-step-title-1">
            <a:extLst xmlns:a="http://schemas.openxmlformats.org/drawingml/2006/main">
              <a:ext uri="{FF2B5EF4-FFF2-40B4-BE49-F238E27FC236}">
                <a16:creationId xmlns:a16="http://schemas.microsoft.com/office/drawing/2014/main" id="{8C416CF5-16A5-45A5-B653-F071F82F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266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16BE5"/>
                </a:solidFill>
                <a:latin typeface="Microsoft YaHei"/>
                <a:ea typeface="Microsoft YaHei"/>
                <a:cs typeface="Microsoft YaHei"/>
              </a:defRPr>
            </a:pPr>
            <a:r>
              <a:t>1 · 小范围试跑</a:t>
            </a:r>
          </a:p>
        </p:txBody>
      </p:sp>
      <p:sp>
        <p:nvSpPr>
          <p:cNvPr id="7" name="close-step-body-1">
            <a:extLst xmlns:a="http://schemas.openxmlformats.org/drawingml/2006/main">
              <a:ext uri="{FF2B5EF4-FFF2-40B4-BE49-F238E27FC236}">
                <a16:creationId xmlns:a16="http://schemas.microsoft.com/office/drawing/2014/main" id="{00FEB336-B938-4EA9-9EC8-CAD5F916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38650"/>
            <a:ext cx="266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先勾选一两个一级文件夹</a:t>
            </a:r>
          </a:p>
        </p:txBody>
      </p:sp>
      <p:sp>
        <p:nvSpPr>
          <p:cNvPr id="8" name="close-step-title-2">
            <a:extLst xmlns:a="http://schemas.openxmlformats.org/drawingml/2006/main">
              <a:ext uri="{FF2B5EF4-FFF2-40B4-BE49-F238E27FC236}">
                <a16:creationId xmlns:a16="http://schemas.microsoft.com/office/drawing/2014/main" id="{CF6E323C-506D-48D0-9D69-40271FED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43350"/>
            <a:ext cx="266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8A38F5"/>
                </a:solidFill>
                <a:latin typeface="Microsoft YaHei"/>
                <a:ea typeface="Microsoft YaHei"/>
                <a:cs typeface="Microsoft YaHei"/>
              </a:defRPr>
            </a:pPr>
            <a:r>
              <a:t>2 · 看预览再同步</a:t>
            </a:r>
          </a:p>
        </p:txBody>
      </p:sp>
      <p:sp>
        <p:nvSpPr>
          <p:cNvPr id="9" name="close-step-body-2">
            <a:extLst xmlns:a="http://schemas.openxmlformats.org/drawingml/2006/main">
              <a:ext uri="{FF2B5EF4-FFF2-40B4-BE49-F238E27FC236}">
                <a16:creationId xmlns:a16="http://schemas.microsoft.com/office/drawing/2014/main" id="{C59D65B9-FA1F-4C06-A04E-3EED2800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38650"/>
            <a:ext cx="266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重点检查删除和组件集结果</a:t>
            </a:r>
          </a:p>
        </p:txBody>
      </p:sp>
      <p:sp>
        <p:nvSpPr>
          <p:cNvPr id="10" name="close-step-title-3">
            <a:extLst xmlns:a="http://schemas.openxmlformats.org/drawingml/2006/main">
              <a:ext uri="{FF2B5EF4-FFF2-40B4-BE49-F238E27FC236}">
                <a16:creationId xmlns:a16="http://schemas.microsoft.com/office/drawing/2014/main" id="{FFD9B728-9680-49E7-9BF2-9184B7F1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943350"/>
            <a:ext cx="333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8864B"/>
                </a:solidFill>
                <a:latin typeface="Microsoft YaHei"/>
                <a:ea typeface="Microsoft YaHei"/>
                <a:cs typeface="Microsoft YaHei"/>
              </a:defRPr>
            </a:pPr>
            <a:r>
              <a:t>3 · 固化成日常流程</a:t>
            </a:r>
          </a:p>
        </p:txBody>
      </p:sp>
      <p:sp>
        <p:nvSpPr>
          <p:cNvPr id="11" name="close-step-body-3">
            <a:extLst xmlns:a="http://schemas.openxmlformats.org/drawingml/2006/main">
              <a:ext uri="{FF2B5EF4-FFF2-40B4-BE49-F238E27FC236}">
                <a16:creationId xmlns:a16="http://schemas.microsoft.com/office/drawing/2014/main" id="{BA13FDA9-182D-412D-8993-25EE2362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438650"/>
            <a:ext cx="3333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以后选择同一目录，只同步变化</a:t>
            </a:r>
          </a:p>
        </p:txBody>
      </p:sp>
      <p:sp>
        <p:nvSpPr>
          <p:cNvPr id="12" name="close-evidence">
            <a:extLst xmlns:a="http://schemas.openxmlformats.org/drawingml/2006/main">
              <a:ext uri="{FF2B5EF4-FFF2-40B4-BE49-F238E27FC236}">
                <a16:creationId xmlns:a16="http://schemas.microsoft.com/office/drawing/2014/main" id="{36235921-CC44-4AC6-91F9-C746A951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590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本地验证：54 项自动化测试通过 · 0 失败</a:t>
            </a:r>
          </a:p>
        </p:txBody>
      </p:sp>
      <p:sp>
        <p:nvSpPr>
          <p:cNvPr id="13" name="close-action">
            <a:extLst xmlns:a="http://schemas.openxmlformats.org/drawingml/2006/main">
              <a:ext uri="{FF2B5EF4-FFF2-40B4-BE49-F238E27FC236}">
                <a16:creationId xmlns:a16="http://schemas.microsoft.com/office/drawing/2014/main" id="{43013466-A396-4D6C-8F98-1AFA0B3A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562600"/>
            <a:ext cx="4667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75" b="1" i="0">
                <a:solidFill>
                  <a:srgbClr val="8A38F5"/>
                </a:solidFill>
                <a:latin typeface="Microsoft YaHei"/>
                <a:ea typeface="Microsoft YaHei"/>
                <a:cs typeface="Microsoft YaHei"/>
              </a:defRPr>
            </a:pPr>
            <a:r>
              <a:t>下一步：拿一份小资源目录，现场跑一遍。</a:t>
            </a:r>
          </a:p>
        </p:txBody>
      </p:sp>
      <p:sp>
        <p:nvSpPr>
          <p:cNvPr id="14" name="close-number">
            <a:extLst xmlns:a="http://schemas.openxmlformats.org/drawingml/2006/main">
              <a:ext uri="{FF2B5EF4-FFF2-40B4-BE49-F238E27FC236}">
                <a16:creationId xmlns:a16="http://schemas.microsoft.com/office/drawing/2014/main" id="{23FE8707-CAFB-42AD-8BB8-8DEECB71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95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646A73"/>
                </a:solidFill>
                <a:latin typeface="Microsoft YaHei"/>
                <a:ea typeface="Microsoft YaHei"/>
                <a:cs typeface="Microsoft YaHei"/>
              </a:defRPr>
            </a:pPr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925885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2026-07-24T05:45:37.5910000Z</dcterms:created>
  <dcterms:modified xsi:type="dcterms:W3CDTF">2026-07-24T05:45:37.5910000Z</dcterms:modified>
</coreProperties>
</file>