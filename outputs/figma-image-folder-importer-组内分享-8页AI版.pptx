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d37cf70cb446dc" /><Relationship Type="http://schemas.openxmlformats.org/officeDocument/2006/relationships/extended-properties" Target="/docProps/app.xml" Id="R800ccac767de4b71" /><Relationship Type="http://schemas.openxmlformats.org/officeDocument/2006/relationships/officeDocument" Target="/ppt/presentation.xml" Id="R772c71f01010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f1740d43c4f50"/>
  </p:sldMasterIdLst>
  <p:notesMasterIdLst>
    <p:notesMasterId xmlns:r="http://schemas.openxmlformats.org/officeDocument/2006/relationships" r:id="R92c6b55c98834ff2"/>
  </p:notesMasterIdLst>
  <p:sldIdLst>
    <p:sldId xmlns:r="http://schemas.openxmlformats.org/officeDocument/2006/relationships" id="256" r:id="R7da50aa8328b4076"/>
    <p:sldId xmlns:r="http://schemas.openxmlformats.org/officeDocument/2006/relationships" id="257" r:id="R4161891bb1de4ff3"/>
    <p:sldId xmlns:r="http://schemas.openxmlformats.org/officeDocument/2006/relationships" id="258" r:id="Re1b692f7e2c34374"/>
    <p:sldId xmlns:r="http://schemas.openxmlformats.org/officeDocument/2006/relationships" id="259" r:id="Re9c5e7d5459e456d"/>
    <p:sldId xmlns:r="http://schemas.openxmlformats.org/officeDocument/2006/relationships" id="260" r:id="R85335c384e8d47a2"/>
    <p:sldId xmlns:r="http://schemas.openxmlformats.org/officeDocument/2006/relationships" id="261" r:id="Rec726b3796df4ad9"/>
    <p:sldId xmlns:r="http://schemas.openxmlformats.org/officeDocument/2006/relationships" id="262" r:id="R2246c00ca096431c"/>
    <p:sldId xmlns:r="http://schemas.openxmlformats.org/officeDocument/2006/relationships" id="263" r:id="Re3180bd529544e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6c6eb53d9469a" /><Relationship Type="http://schemas.openxmlformats.org/officeDocument/2006/relationships/slideMaster" Target="/ppt/slideMasters/slideMaster1.xml" Id="Rb4cf1740d43c4f50" /><Relationship Type="http://schemas.openxmlformats.org/officeDocument/2006/relationships/notesMaster" Target="/ppt/notesMasters/notesMaster1.xml" Id="R92c6b55c98834ff2" /><Relationship Type="http://schemas.openxmlformats.org/officeDocument/2006/relationships/presProps" Target="/ppt/presProps.xml" Id="Rb2508a9caf9e4d36" /><Relationship Type="http://schemas.openxmlformats.org/officeDocument/2006/relationships/tableStyles" Target="/ppt/tableStyles.xml" Id="Re0723399544c41ee" /><Relationship Type="http://schemas.openxmlformats.org/officeDocument/2006/relationships/slide" Target="/ppt/slides/slide1.xml" Id="R7da50aa8328b4076" /><Relationship Type="http://schemas.openxmlformats.org/officeDocument/2006/relationships/slide" Target="/ppt/slides/slide2.xml" Id="R4161891bb1de4ff3" /><Relationship Type="http://schemas.openxmlformats.org/officeDocument/2006/relationships/slide" Target="/ppt/slides/slide3.xml" Id="Re1b692f7e2c34374" /><Relationship Type="http://schemas.openxmlformats.org/officeDocument/2006/relationships/slide" Target="/ppt/slides/slide4.xml" Id="Re9c5e7d5459e456d" /><Relationship Type="http://schemas.openxmlformats.org/officeDocument/2006/relationships/slide" Target="/ppt/slides/slide5.xml" Id="R85335c384e8d47a2" /><Relationship Type="http://schemas.openxmlformats.org/officeDocument/2006/relationships/slide" Target="/ppt/slides/slide6.xml" Id="Rec726b3796df4ad9" /><Relationship Type="http://schemas.openxmlformats.org/officeDocument/2006/relationships/slide" Target="/ppt/slides/slide7.xml" Id="R2246c00ca096431c" /><Relationship Type="http://schemas.openxmlformats.org/officeDocument/2006/relationships/slide" Target="/ppt/slides/slide8.xml" Id="Re3180bd52954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d260a24df4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6bec8d2a7945bc" /><Relationship Type="http://schemas.openxmlformats.org/officeDocument/2006/relationships/notesMaster" Target="/ppt/notesMasters/notesMaster1.xml" Id="R9eb105e1af3746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57856846f04f92" /><Relationship Type="http://schemas.openxmlformats.org/officeDocument/2006/relationships/notesMaster" Target="/ppt/notesMasters/notesMaster1.xml" Id="Rdc7cce71d65f4d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947a250f14246" /><Relationship Type="http://schemas.openxmlformats.org/officeDocument/2006/relationships/notesMaster" Target="/ppt/notesMasters/notesMaster1.xml" Id="R9aa25b41041744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438c6fd0144a8" /><Relationship Type="http://schemas.openxmlformats.org/officeDocument/2006/relationships/notesMaster" Target="/ppt/notesMasters/notesMaster1.xml" Id="Rbcdb70bad9c7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89865a31646fd" /><Relationship Type="http://schemas.openxmlformats.org/officeDocument/2006/relationships/notesMaster" Target="/ppt/notesMasters/notesMaster1.xml" Id="R6c5911f1b71f45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3dec41ca02471d" /><Relationship Type="http://schemas.openxmlformats.org/officeDocument/2006/relationships/notesMaster" Target="/ppt/notesMasters/notesMaster1.xml" Id="R03cf8e3ef13e45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812b3ef244088" /><Relationship Type="http://schemas.openxmlformats.org/officeDocument/2006/relationships/notesMaster" Target="/ppt/notesMasters/notesMaster1.xml" Id="Rcd9d2c87a26846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ae408db0684733" /><Relationship Type="http://schemas.openxmlformats.org/officeDocument/2006/relationships/notesMaster" Target="/ppt/notesMasters/notesMaster1.xml" Id="R3822770264e7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3547c82bf45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501295ac447d5" /><Relationship Type="http://schemas.openxmlformats.org/officeDocument/2006/relationships/slideLayout" Target="/ppt/slideLayouts/slideLayout1.xml" Id="R7a2c7d60a6fa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c7d60a6fa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355321b484e8b" /><Relationship Type="http://schemas.openxmlformats.org/officeDocument/2006/relationships/image" Target="/ppt/media/image.png" Id="R924edf27a4d44d39" /><Relationship Type="http://schemas.openxmlformats.org/officeDocument/2006/relationships/notesSlide" Target="/ppt/notesSlides/notesSlide1.xml" Id="Rf8cce2b7fa17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94fb01d9d4cc4" /><Relationship Type="http://schemas.openxmlformats.org/officeDocument/2006/relationships/notesSlide" Target="/ppt/notesSlides/notesSlide2.xml" Id="R1e25cde9f45e40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d058c53a74203" /><Relationship Type="http://schemas.openxmlformats.org/officeDocument/2006/relationships/notesSlide" Target="/ppt/notesSlides/notesSlide3.xml" Id="R3049d645599942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07c6e86734e26" /><Relationship Type="http://schemas.openxmlformats.org/officeDocument/2006/relationships/image" Target="/ppt/media/image2.png" Id="R13e28f1fbfc54465" /><Relationship Type="http://schemas.openxmlformats.org/officeDocument/2006/relationships/image" Target="/ppt/media/image3.png" Id="Rc2b41181662546f0" /><Relationship Type="http://schemas.openxmlformats.org/officeDocument/2006/relationships/notesSlide" Target="/ppt/notesSlides/notesSlide4.xml" Id="Rd8aad3416253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3704280114487" /><Relationship Type="http://schemas.openxmlformats.org/officeDocument/2006/relationships/notesSlide" Target="/ppt/notesSlides/notesSlide5.xml" Id="R6c8020bf58534e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aa99764ae4d13" /><Relationship Type="http://schemas.openxmlformats.org/officeDocument/2006/relationships/notesSlide" Target="/ppt/notesSlides/notesSlide6.xml" Id="R7022574e1fdf40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9b8ea59724111" /><Relationship Type="http://schemas.openxmlformats.org/officeDocument/2006/relationships/notesSlide" Target="/ppt/notesSlides/notesSlide7.xml" Id="Ra0700b6a44cb43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51475feb4c43" /><Relationship Type="http://schemas.openxmlformats.org/officeDocument/2006/relationships/notesSlide" Target="/ppt/notesSlides/notesSlide8.xml" Id="R4dc86f197dcb4f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EEC8B61D-0998-40DC-A1A1-923B5AEE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"/>
            <a:ext cx="4857750" cy="594360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02A48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0CABCFF-2654-4189-A725-5E503C9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PLUGIN · 组内分享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0DE3FB-11F3-44A3-9272-4B14FAF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905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把“导入切图”
变成“同步资源库”</a:t>
            </a:r>
          </a:p>
        </p:txBody>
      </p:sp>
      <p:sp>
        <p:nvSpPr>
          <p:cNvPr id="4" name="cover-subtitle-en">
            <a:extLst xmlns:a="http://schemas.openxmlformats.org/drawingml/2006/main">
              <a:ext uri="{FF2B5EF4-FFF2-40B4-BE49-F238E27FC236}">
                <a16:creationId xmlns:a16="http://schemas.microsoft.com/office/drawing/2014/main" id="{04E77FA6-399E-4AD3-89C9-D5E11F4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552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Image Folder Importer</a:t>
            </a:r>
          </a:p>
        </p:txBody>
      </p:sp>
      <p:sp>
        <p:nvSpPr>
          <p:cNvPr id="5" name="cover-subtitle-zh">
            <a:extLst xmlns:a="http://schemas.openxmlformats.org/drawingml/2006/main">
              <a:ext uri="{FF2B5EF4-FFF2-40B4-BE49-F238E27FC236}">
                <a16:creationId xmlns:a16="http://schemas.microsoft.com/office/drawing/2014/main" id="{01EAF6FC-B088-436A-BB93-0054ACE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552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8 页速览 · 含 AI 辅助闭环</a:t>
            </a:r>
          </a:p>
        </p:txBody>
      </p:sp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2917220F-0763-4484-B954-DDC971B9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edf27a4d44d39"/>
          <a:stretch xmlns:a="http://schemas.openxmlformats.org/drawingml/2006/main"/>
        </p:blipFill>
        <p:spPr>
          <a:xfrm xmlns:a="http://schemas.openxmlformats.org/drawingml/2006/main">
            <a:off x="8096250" y="1809750"/>
            <a:ext cx="2438400" cy="2438400"/>
          </a:xfrm>
          <a:prstGeom xmlns:a="http://schemas.openxmlformats.org/drawingml/2006/main" prst="roundRect">
            <a:avLst/>
          </a:prstGeom>
        </p:spPr>
      </p:pic>
      <p:sp>
        <p:nvSpPr>
          <p:cNvPr id="8" name="cover-side-label">
            <a:extLst xmlns:a="http://schemas.openxmlformats.org/drawingml/2006/main">
              <a:ext uri="{FF2B5EF4-FFF2-40B4-BE49-F238E27FC236}">
                <a16:creationId xmlns:a16="http://schemas.microsoft.com/office/drawing/2014/main" id="{BF148BA5-D7AB-4973-9F6E-7AD573F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C8FF"/>
                </a:solidFill>
                <a:latin typeface="Microsoft YaHei"/>
                <a:ea typeface="Microsoft YaHei"/>
                <a:cs typeface="Microsoft YaHei"/>
              </a:defRPr>
            </a:pPr>
            <a:r>
              <a:t>FOLDER  →  COMPONENTS</a:t>
            </a:r>
          </a:p>
        </p:txBody>
      </p:sp>
    </p:spTree>
    <p:extLst>
      <p:ext uri="{BB962C8B-B14F-4D97-AF65-F5344CB8AC3E}">
        <p14:creationId xmlns:p14="http://schemas.microsoft.com/office/powerpoint/2010/main" val="1567429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9684AF87-4865-43E9-BFF5-727A79F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插件把重复导入，升级成可预览的增量同步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70D7F780-D54F-492D-AC8B-909F7A3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3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A41EE674-5C98-4BE3-A7B6-2CD6B6F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4958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9525">
            <a:solidFill>
              <a:srgbClr val="C23B2A"/>
            </a:solidFill>
            <a:prstDash val="solid"/>
          </a:ln>
        </p:spPr>
      </p:sp>
      <p:sp>
        <p:nvSpPr>
          <p:cNvPr id="4" name="after-panel">
            <a:extLst xmlns:a="http://schemas.openxmlformats.org/drawingml/2006/main">
              <a:ext uri="{FF2B5EF4-FFF2-40B4-BE49-F238E27FC236}">
                <a16:creationId xmlns:a16="http://schemas.microsoft.com/office/drawing/2014/main" id="{3BE4033B-C700-4B91-BDC7-4E8011D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44958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5" name="value-arrow">
            <a:extLst xmlns:a="http://schemas.openxmlformats.org/drawingml/2006/main">
              <a:ext uri="{FF2B5EF4-FFF2-40B4-BE49-F238E27FC236}">
                <a16:creationId xmlns:a16="http://schemas.microsoft.com/office/drawing/2014/main" id="{FF476F88-41BA-4D72-8765-450BDCC0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87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D35E9B45-907A-45AB-86B3-7E83112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3B2A"/>
                </a:solidFill>
                <a:latin typeface="Microsoft YaHei"/>
                <a:ea typeface="Microsoft YaHei"/>
                <a:cs typeface="Microsoft YaHei"/>
              </a:defRPr>
            </a:pPr>
            <a:r>
              <a:t>原来的手工流程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75D3CF02-6C27-441C-999F-E3ECBB2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3714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拖入、改名、分组、排版</a:t>
            </a:r>
          </a:p>
        </p:txBody>
      </p:sp>
      <p:sp>
        <p:nvSpPr>
          <p:cNvPr id="8" name="bullet-82-376-0">
            <a:extLst xmlns:a="http://schemas.openxmlformats.org/drawingml/2006/main">
              <a:ext uri="{FF2B5EF4-FFF2-40B4-BE49-F238E27FC236}">
                <a16:creationId xmlns:a16="http://schemas.microsoft.com/office/drawing/2014/main" id="{3BFC2A59-8912-4CC7-9B0B-8DAD344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82-376-0">
            <a:extLst xmlns:a="http://schemas.openxmlformats.org/drawingml/2006/main">
              <a:ext uri="{FF2B5EF4-FFF2-40B4-BE49-F238E27FC236}">
                <a16:creationId xmlns:a16="http://schemas.microsoft.com/office/drawing/2014/main" id="{9F7E432C-40B8-4B1E-9E47-E8AA69A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资源一多，重复劳动明显</a:t>
            </a:r>
          </a:p>
        </p:txBody>
      </p:sp>
      <p:sp>
        <p:nvSpPr>
          <p:cNvPr id="10" name="bullet-82-376-1">
            <a:extLst xmlns:a="http://schemas.openxmlformats.org/drawingml/2006/main">
              <a:ext uri="{FF2B5EF4-FFF2-40B4-BE49-F238E27FC236}">
                <a16:creationId xmlns:a16="http://schemas.microsoft.com/office/drawing/2014/main" id="{9B193F17-4A51-4925-803A-2923BAA0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82-376-1">
            <a:extLst xmlns:a="http://schemas.openxmlformats.org/drawingml/2006/main">
              <a:ext uri="{FF2B5EF4-FFF2-40B4-BE49-F238E27FC236}">
                <a16:creationId xmlns:a16="http://schemas.microsoft.com/office/drawing/2014/main" id="{1A18DEBD-BEAA-47A1-A555-6525648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替换、删除、移动容易误操作</a:t>
            </a:r>
          </a:p>
        </p:txBody>
      </p:sp>
      <p:sp>
        <p:nvSpPr>
          <p:cNvPr id="12" name="bullet-82-376-2">
            <a:extLst xmlns:a="http://schemas.openxmlformats.org/drawingml/2006/main">
              <a:ext uri="{FF2B5EF4-FFF2-40B4-BE49-F238E27FC236}">
                <a16:creationId xmlns:a16="http://schemas.microsoft.com/office/drawing/2014/main" id="{96CAEA01-45AA-45A7-8C52-B2091661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82-376-2">
            <a:extLst xmlns:a="http://schemas.openxmlformats.org/drawingml/2006/main">
              <a:ext uri="{FF2B5EF4-FFF2-40B4-BE49-F238E27FC236}">
                <a16:creationId xmlns:a16="http://schemas.microsoft.com/office/drawing/2014/main" id="{48DAC5BC-0EDB-4CB6-83A9-B7B90EE8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组件集与版面需要反复整理</a:t>
            </a:r>
          </a:p>
        </p:txBody>
      </p:sp>
      <p:sp>
        <p:nvSpPr>
          <p:cNvPr id="1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CED7A591-0299-4EBA-9671-962DD73C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插件完成的同步</a:t>
            </a:r>
          </a:p>
        </p:txBody>
      </p:sp>
      <p:sp>
        <p:nvSpPr>
          <p:cNvPr id="15" name="after-title">
            <a:extLst xmlns:a="http://schemas.openxmlformats.org/drawingml/2006/main">
              <a:ext uri="{FF2B5EF4-FFF2-40B4-BE49-F238E27FC236}">
                <a16:creationId xmlns:a16="http://schemas.microsoft.com/office/drawing/2014/main" id="{D6B76882-725D-498B-BC26-50F29F82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714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先扫描差异，再只改变化</a:t>
            </a:r>
          </a:p>
        </p:txBody>
      </p:sp>
      <p:sp>
        <p:nvSpPr>
          <p:cNvPr id="16" name="bullet-794-376-0">
            <a:extLst xmlns:a="http://schemas.openxmlformats.org/drawingml/2006/main">
              <a:ext uri="{FF2B5EF4-FFF2-40B4-BE49-F238E27FC236}">
                <a16:creationId xmlns:a16="http://schemas.microsoft.com/office/drawing/2014/main" id="{5B98BB7D-7E63-4F36-AB0C-F1676ECB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67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794-376-0">
            <a:extLst xmlns:a="http://schemas.openxmlformats.org/drawingml/2006/main">
              <a:ext uri="{FF2B5EF4-FFF2-40B4-BE49-F238E27FC236}">
                <a16:creationId xmlns:a16="http://schemas.microsoft.com/office/drawing/2014/main" id="{DB26259A-2519-43D1-9225-4D49F8F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新增、更新、删除、移动可预览</a:t>
            </a:r>
          </a:p>
        </p:txBody>
      </p:sp>
      <p:sp>
        <p:nvSpPr>
          <p:cNvPr id="18" name="bullet-794-376-1">
            <a:extLst xmlns:a="http://schemas.openxmlformats.org/drawingml/2006/main">
              <a:ext uri="{FF2B5EF4-FFF2-40B4-BE49-F238E27FC236}">
                <a16:creationId xmlns:a16="http://schemas.microsoft.com/office/drawing/2014/main" id="{E210C41C-F8FE-49F5-ADAE-F339CD63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76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794-376-1">
            <a:extLst xmlns:a="http://schemas.openxmlformats.org/drawingml/2006/main">
              <a:ext uri="{FF2B5EF4-FFF2-40B4-BE49-F238E27FC236}">
                <a16:creationId xmlns:a16="http://schemas.microsoft.com/office/drawing/2014/main" id="{C8BEEC9A-F7D0-419B-AE90-677BD79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未变化节点不重写、不移动</a:t>
            </a:r>
          </a:p>
        </p:txBody>
      </p:sp>
      <p:sp>
        <p:nvSpPr>
          <p:cNvPr id="20" name="bullet-794-376-2">
            <a:extLst xmlns:a="http://schemas.openxmlformats.org/drawingml/2006/main">
              <a:ext uri="{FF2B5EF4-FFF2-40B4-BE49-F238E27FC236}">
                <a16:creationId xmlns:a16="http://schemas.microsoft.com/office/drawing/2014/main" id="{8C1AACCA-F121-40B3-BAA1-74A7123F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86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text-794-376-2">
            <a:extLst xmlns:a="http://schemas.openxmlformats.org/drawingml/2006/main">
              <a:ext uri="{FF2B5EF4-FFF2-40B4-BE49-F238E27FC236}">
                <a16:creationId xmlns:a16="http://schemas.microsoft.com/office/drawing/2014/main" id="{1B82E412-EDB4-4320-B6D5-3C7FE425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同尺寸替换尽量保留节点 ID</a:t>
            </a:r>
          </a:p>
        </p:txBody>
      </p:sp>
      <p:sp>
        <p:nvSpPr>
          <p:cNvPr id="22" name="value-footer">
            <a:extLst xmlns:a="http://schemas.openxmlformats.org/drawingml/2006/main">
              <a:ext uri="{FF2B5EF4-FFF2-40B4-BE49-F238E27FC236}">
                <a16:creationId xmlns:a16="http://schemas.microsoft.com/office/drawing/2014/main" id="{BB6D55C9-4EDD-4EFA-9D49-B7ED2A39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571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 PNG 目录是来源，Figma 页面是可复用资产库。</a:t>
            </a:r>
          </a:p>
        </p:txBody>
      </p:sp>
    </p:spTree>
    <p:extLst>
      <p:ext uri="{BB962C8B-B14F-4D97-AF65-F5344CB8AC3E}">
        <p14:creationId xmlns:p14="http://schemas.microsoft.com/office/powerpoint/2010/main" val="1193461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3EC15AA0-37FC-4010-8ADE-EF66676C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第一次使用，3 步就够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71E45F9F-F212-4E1E-B356-3B891C0A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AA614CC1-EBFC-4C98-9549-A6514865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0C9CF16D-A5D1-4D18-943E-AC4BBBF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F33BCF7A-4550-4B1F-870B-076C3881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0D29776A-3DA9-4FBF-A6A1-CD23D01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156C4A4E-83E2-4975-8B7A-A2A1739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1</a:t>
            </a:r>
          </a:p>
        </p:txBody>
      </p:sp>
      <p:sp>
        <p:nvSpPr>
          <p:cNvPr id="8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73514F7-9A50-420B-B000-3C13A8E9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2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97EA5AB-8D88-4EC3-BC04-8620011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3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D0E6635E-0D0E-4F85-8E2C-91940C3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安装开发版插件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9A95B82-F084-4B4F-B7BD-9516488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桌面版
Plugins → Development
选择 manifest.json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5FA11864-9F46-4C60-BF16-7295214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准备资源目录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A98C00F-57E1-4B83-91A0-A764EFB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只处理 PNG
第一级文件夹变成 Section
文件名变成组件名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67180B1-1F6A-4A4D-8839-C94BC2C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选择资源根目录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591DB7B-51E0-4D7D-9902-1D1B2BC1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打开目标 Figma 页面
选择最外层目录
等待扫描结果</a:t>
            </a:r>
          </a:p>
        </p:txBody>
      </p:sp>
      <p:sp>
        <p:nvSpPr>
          <p:cNvPr id="16" name="folder-example-panel">
            <a:extLst xmlns:a="http://schemas.openxmlformats.org/drawingml/2006/main">
              <a:ext uri="{FF2B5EF4-FFF2-40B4-BE49-F238E27FC236}">
                <a16:creationId xmlns:a16="http://schemas.microsoft.com/office/drawing/2014/main" id="{99EC3B03-C122-4E2E-91D9-1B83ADE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62600"/>
            <a:ext cx="5943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7" name="folder-example">
            <a:extLst xmlns:a="http://schemas.openxmlformats.org/drawingml/2006/main">
              <a:ext uri="{FF2B5EF4-FFF2-40B4-BE49-F238E27FC236}">
                <a16:creationId xmlns:a16="http://schemas.microsoft.com/office/drawing/2014/main" id="{8AF12FEC-35FE-4298-8387-85E97326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556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res/  →  common/ · battle/ · item/</a:t>
            </a:r>
          </a:p>
        </p:txBody>
      </p:sp>
    </p:spTree>
    <p:extLst>
      <p:ext uri="{BB962C8B-B14F-4D97-AF65-F5344CB8AC3E}">
        <p14:creationId xmlns:p14="http://schemas.microsoft.com/office/powerpoint/2010/main" val="974017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8BB52D29-913D-432F-B2AC-0E7EBBB2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日常同步：看 5 个数字，进预览，再确认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6D7A4DD1-4ED9-4852-AE7A-EAACA80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3" name="sync-lead">
            <a:extLst xmlns:a="http://schemas.openxmlformats.org/drawingml/2006/main">
              <a:ext uri="{FF2B5EF4-FFF2-40B4-BE49-F238E27FC236}">
                <a16:creationId xmlns:a16="http://schemas.microsoft.com/office/drawing/2014/main" id="{52922B40-C82C-46F3-B7C1-EE75ACC1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统计卡片看“发生什么”，预览页看“改哪些”</a:t>
            </a:r>
          </a:p>
        </p:txBody>
      </p:sp>
      <p:sp>
        <p:nvSpPr>
          <p:cNvPr id="4" name="bullet-52-214-0">
            <a:extLst xmlns:a="http://schemas.openxmlformats.org/drawingml/2006/main">
              <a:ext uri="{FF2B5EF4-FFF2-40B4-BE49-F238E27FC236}">
                <a16:creationId xmlns:a16="http://schemas.microsoft.com/office/drawing/2014/main" id="{CB6FA788-CAF7-42B5-8EB2-7A4536C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text-52-214-0">
            <a:extLst xmlns:a="http://schemas.openxmlformats.org/drawingml/2006/main">
              <a:ext uri="{FF2B5EF4-FFF2-40B4-BE49-F238E27FC236}">
                <a16:creationId xmlns:a16="http://schemas.microsoft.com/office/drawing/2014/main" id="{9A07664A-3BE6-4586-811A-C7EE5130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新增：创建 Component</a:t>
            </a:r>
          </a:p>
        </p:txBody>
      </p:sp>
      <p:sp>
        <p:nvSpPr>
          <p:cNvPr id="6" name="bullet-52-214-1">
            <a:extLst xmlns:a="http://schemas.openxmlformats.org/drawingml/2006/main">
              <a:ext uri="{FF2B5EF4-FFF2-40B4-BE49-F238E27FC236}">
                <a16:creationId xmlns:a16="http://schemas.microsoft.com/office/drawing/2014/main" id="{15028238-C4ED-4DF0-B60B-B22AD788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52-214-1">
            <a:extLst xmlns:a="http://schemas.openxmlformats.org/drawingml/2006/main">
              <a:ext uri="{FF2B5EF4-FFF2-40B4-BE49-F238E27FC236}">
                <a16:creationId xmlns:a16="http://schemas.microsoft.com/office/drawing/2014/main" id="{75380105-8395-49EC-8B12-F5389756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更新：替换图片，尽量保留原节点</a:t>
            </a:r>
          </a:p>
        </p:txBody>
      </p:sp>
      <p:sp>
        <p:nvSpPr>
          <p:cNvPr id="8" name="bullet-52-214-2">
            <a:extLst xmlns:a="http://schemas.openxmlformats.org/drawingml/2006/main">
              <a:ext uri="{FF2B5EF4-FFF2-40B4-BE49-F238E27FC236}">
                <a16:creationId xmlns:a16="http://schemas.microsoft.com/office/drawing/2014/main" id="{80086E59-AD30-45CE-8671-532388D8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52-214-2">
            <a:extLst xmlns:a="http://schemas.openxmlformats.org/drawingml/2006/main">
              <a:ext uri="{FF2B5EF4-FFF2-40B4-BE49-F238E27FC236}">
                <a16:creationId xmlns:a16="http://schemas.microsoft.com/office/drawing/2014/main" id="{9087D73C-E6A6-445D-ABD6-DB1A263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删除：本地已不存在，需要确认</a:t>
            </a:r>
          </a:p>
        </p:txBody>
      </p:sp>
      <p:sp>
        <p:nvSpPr>
          <p:cNvPr id="10" name="bullet-52-214-3">
            <a:extLst xmlns:a="http://schemas.openxmlformats.org/drawingml/2006/main">
              <a:ext uri="{FF2B5EF4-FFF2-40B4-BE49-F238E27FC236}">
                <a16:creationId xmlns:a16="http://schemas.microsoft.com/office/drawing/2014/main" id="{8405BBCA-A9A1-4DBF-B9A5-2D458AA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0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52-214-3">
            <a:extLst xmlns:a="http://schemas.openxmlformats.org/drawingml/2006/main">
              <a:ext uri="{FF2B5EF4-FFF2-40B4-BE49-F238E27FC236}">
                <a16:creationId xmlns:a16="http://schemas.microsoft.com/office/drawing/2014/main" id="{D6AD7571-AF28-43AF-9C35-F821FD46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移动：路径或归组改变，节点继续保留</a:t>
            </a:r>
          </a:p>
        </p:txBody>
      </p:sp>
      <p:sp>
        <p:nvSpPr>
          <p:cNvPr id="12" name="bullet-52-214-4">
            <a:extLst xmlns:a="http://schemas.openxmlformats.org/drawingml/2006/main">
              <a:ext uri="{FF2B5EF4-FFF2-40B4-BE49-F238E27FC236}">
                <a16:creationId xmlns:a16="http://schemas.microsoft.com/office/drawing/2014/main" id="{DBB80D3B-D780-4563-BB4B-44F741C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52-214-4">
            <a:extLst xmlns:a="http://schemas.openxmlformats.org/drawingml/2006/main">
              <a:ext uri="{FF2B5EF4-FFF2-40B4-BE49-F238E27FC236}">
                <a16:creationId xmlns:a16="http://schemas.microsoft.com/office/drawing/2014/main" id="{FB488AB0-9D66-4555-9B3B-A65858E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未变化：不重写，也不移动</a:t>
            </a:r>
          </a:p>
        </p:txBody>
      </p:sp>
      <p:sp>
        <p:nvSpPr>
          <p:cNvPr id="14" name="sync-shot-frame">
            <a:extLst xmlns:a="http://schemas.openxmlformats.org/drawingml/2006/main">
              <a:ext uri="{FF2B5EF4-FFF2-40B4-BE49-F238E27FC236}">
                <a16:creationId xmlns:a16="http://schemas.microsoft.com/office/drawing/2014/main" id="{DE69C588-024E-4BAA-8D04-F2DAA101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95400"/>
            <a:ext cx="2571750" cy="49149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5" name="preview-shot-frame">
            <a:extLst xmlns:a="http://schemas.openxmlformats.org/drawingml/2006/main">
              <a:ext uri="{FF2B5EF4-FFF2-40B4-BE49-F238E27FC236}">
                <a16:creationId xmlns:a16="http://schemas.microsoft.com/office/drawing/2014/main" id="{CA5063F0-54CC-4BCA-B745-66E729D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95400"/>
            <a:ext cx="2571750" cy="49149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6" name="sync-shot-label">
            <a:extLst xmlns:a="http://schemas.openxmlformats.org/drawingml/2006/main">
              <a:ext uri="{FF2B5EF4-FFF2-40B4-BE49-F238E27FC236}">
                <a16:creationId xmlns:a16="http://schemas.microsoft.com/office/drawing/2014/main" id="{BFD593A0-1074-4149-83A4-B566221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29300"/>
            <a:ext cx="102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主界面</a:t>
            </a:r>
          </a:p>
        </p:txBody>
      </p:sp>
      <p:sp>
        <p:nvSpPr>
          <p:cNvPr id="17" name="preview-shot-label">
            <a:extLst xmlns:a="http://schemas.openxmlformats.org/drawingml/2006/main">
              <a:ext uri="{FF2B5EF4-FFF2-40B4-BE49-F238E27FC236}">
                <a16:creationId xmlns:a16="http://schemas.microsoft.com/office/drawing/2014/main" id="{B8E0E2EC-4968-49AD-8CAF-93262FC1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829300"/>
            <a:ext cx="102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变动预览</a:t>
            </a:r>
          </a:p>
        </p:txBody>
      </p:sp>
      <p:sp>
        <p:nvSpPr>
          <p:cNvPr id="18" name="sync-safety">
            <a:extLst xmlns:a="http://schemas.openxmlformats.org/drawingml/2006/main">
              <a:ext uri="{FF2B5EF4-FFF2-40B4-BE49-F238E27FC236}">
                <a16:creationId xmlns:a16="http://schemas.microsoft.com/office/drawing/2014/main" id="{8D1B6031-CBCB-4981-9A5A-9DC0746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4895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9" name="sync-safety-text">
            <a:extLst xmlns:a="http://schemas.openxmlformats.org/drawingml/2006/main">
              <a:ext uri="{FF2B5EF4-FFF2-40B4-BE49-F238E27FC236}">
                <a16:creationId xmlns:a16="http://schemas.microsoft.com/office/drawing/2014/main" id="{925AB86F-2D19-45FC-BBA4-F9C639F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43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画布在确认同步之前不会被修改。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28f1fbfc54465"/>
          <a:stretch xmlns:a="http://schemas.openxmlformats.org/drawingml/2006/main"/>
        </p:blipFill>
        <p:spPr>
          <a:xfrm xmlns:a="http://schemas.openxmlformats.org/drawingml/2006/main">
            <a:off x="6286500" y="1720516"/>
            <a:ext cx="1924050" cy="3645568"/>
          </a:xfrm>
          <a:prstGeom xmlns:a="http://schemas.openxmlformats.org/drawingml/2006/main" prst="round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41181662546f0"/>
          <a:stretch xmlns:a="http://schemas.openxmlformats.org/drawingml/2006/main"/>
        </p:blipFill>
        <p:spPr>
          <a:xfrm xmlns:a="http://schemas.openxmlformats.org/drawingml/2006/main">
            <a:off x="9182100" y="1720516"/>
            <a:ext cx="1924050" cy="364556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46551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5">
            <a:extLst xmlns:a="http://schemas.openxmlformats.org/drawingml/2006/main">
              <a:ext uri="{FF2B5EF4-FFF2-40B4-BE49-F238E27FC236}">
                <a16:creationId xmlns:a16="http://schemas.microsoft.com/office/drawing/2014/main" id="{CB27FDDB-F4BB-4293-99CF-9BD6023B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严格尺寸是底座，AI 只处理少量高置信例外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D29FCF2D-D1F5-439C-987C-1CE57C1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" name="struct-arrow-1">
            <a:extLst xmlns:a="http://schemas.openxmlformats.org/drawingml/2006/main">
              <a:ext uri="{FF2B5EF4-FFF2-40B4-BE49-F238E27FC236}">
                <a16:creationId xmlns:a16="http://schemas.microsoft.com/office/drawing/2014/main" id="{81091823-5EB2-4FB5-90EC-E8C6535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-arrow-2">
            <a:extLst xmlns:a="http://schemas.openxmlformats.org/drawingml/2006/main">
              <a:ext uri="{FF2B5EF4-FFF2-40B4-BE49-F238E27FC236}">
                <a16:creationId xmlns:a16="http://schemas.microsoft.com/office/drawing/2014/main" id="{7C37379E-2748-42CB-8336-04799FA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-arrow-3">
            <a:extLst xmlns:a="http://schemas.openxmlformats.org/drawingml/2006/main">
              <a:ext uri="{FF2B5EF4-FFF2-40B4-BE49-F238E27FC236}">
                <a16:creationId xmlns:a16="http://schemas.microsoft.com/office/drawing/2014/main" id="{C7B92882-1DC7-424E-A20E-08B655B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-arrow-char-1">
            <a:extLst xmlns:a="http://schemas.openxmlformats.org/drawingml/2006/main">
              <a:ext uri="{FF2B5EF4-FFF2-40B4-BE49-F238E27FC236}">
                <a16:creationId xmlns:a16="http://schemas.microsoft.com/office/drawing/2014/main" id="{CBCDCEE9-613C-4F4F-ADE9-1C22933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7" name="struct-arrow-char-2">
            <a:extLst xmlns:a="http://schemas.openxmlformats.org/drawingml/2006/main">
              <a:ext uri="{FF2B5EF4-FFF2-40B4-BE49-F238E27FC236}">
                <a16:creationId xmlns:a16="http://schemas.microsoft.com/office/drawing/2014/main" id="{A8F6C91B-7685-4DCB-BE6F-ADAD4BD7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8" name="struct-arrow-char-3">
            <a:extLst xmlns:a="http://schemas.openxmlformats.org/drawingml/2006/main">
              <a:ext uri="{FF2B5EF4-FFF2-40B4-BE49-F238E27FC236}">
                <a16:creationId xmlns:a16="http://schemas.microsoft.com/office/drawing/2014/main" id="{0B8D066B-0C4E-4D0A-BF30-9722408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9" name="root-node">
            <a:extLst xmlns:a="http://schemas.openxmlformats.org/drawingml/2006/main">
              <a:ext uri="{FF2B5EF4-FFF2-40B4-BE49-F238E27FC236}">
                <a16:creationId xmlns:a16="http://schemas.microsoft.com/office/drawing/2014/main" id="{709253D2-3A85-4818-BFA7-8C627A5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266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0" name="section-node">
            <a:extLst xmlns:a="http://schemas.openxmlformats.org/drawingml/2006/main">
              <a:ext uri="{FF2B5EF4-FFF2-40B4-BE49-F238E27FC236}">
                <a16:creationId xmlns:a16="http://schemas.microsoft.com/office/drawing/2014/main" id="{DA359E8A-1967-43D1-9D10-383E439F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28800"/>
            <a:ext cx="2114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1" name="component-node">
            <a:extLst xmlns:a="http://schemas.openxmlformats.org/drawingml/2006/main">
              <a:ext uri="{FF2B5EF4-FFF2-40B4-BE49-F238E27FC236}">
                <a16:creationId xmlns:a16="http://schemas.microsoft.com/office/drawing/2014/main" id="{CD2742CA-D98D-4BC8-A736-81BA03E3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2114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2" name="set-node">
            <a:extLst xmlns:a="http://schemas.openxmlformats.org/drawingml/2006/main">
              <a:ext uri="{FF2B5EF4-FFF2-40B4-BE49-F238E27FC236}">
                <a16:creationId xmlns:a16="http://schemas.microsoft.com/office/drawing/2014/main" id="{1A0F92B1-38B4-44F0-BBF8-D4F2F7D5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28800"/>
            <a:ext cx="2781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13" name="root-title">
            <a:extLst xmlns:a="http://schemas.openxmlformats.org/drawingml/2006/main">
              <a:ext uri="{FF2B5EF4-FFF2-40B4-BE49-F238E27FC236}">
                <a16:creationId xmlns:a16="http://schemas.microsoft.com/office/drawing/2014/main" id="{3F2D1FD6-2A16-40E6-92FB-38CC3924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752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PNG 目录
res/common/</a:t>
            </a:r>
          </a:p>
        </p:txBody>
      </p:sp>
      <p:sp>
        <p:nvSpPr>
          <p:cNvPr id="1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42E2D82-DEC3-4AE3-8770-6B45230B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1619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Section
common</a:t>
            </a:r>
          </a:p>
        </p:txBody>
      </p:sp>
      <p:sp>
        <p:nvSpPr>
          <p:cNvPr id="15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C9325C5D-07BD-4231-8D0F-90B3D3A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1619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Component
home</a:t>
            </a:r>
          </a:p>
        </p:txBody>
      </p:sp>
      <p:sp>
        <p:nvSpPr>
          <p:cNvPr id="16" name="set-title">
            <a:extLst xmlns:a="http://schemas.openxmlformats.org/drawingml/2006/main">
              <a:ext uri="{FF2B5EF4-FFF2-40B4-BE49-F238E27FC236}">
                <a16:creationId xmlns:a16="http://schemas.microsoft.com/office/drawing/2014/main" id="{F2814646-7364-4A79-B1F3-14F5667C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Component Set
32×32</a:t>
            </a:r>
          </a:p>
        </p:txBody>
      </p:sp>
      <p:sp>
        <p:nvSpPr>
          <p:cNvPr id="17" name="strict-panel">
            <a:extLst xmlns:a="http://schemas.openxmlformats.org/drawingml/2006/main">
              <a:ext uri="{FF2B5EF4-FFF2-40B4-BE49-F238E27FC236}">
                <a16:creationId xmlns:a16="http://schemas.microsoft.com/office/drawing/2014/main" id="{B9DDB12B-149D-41F0-BBBB-01D5614B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276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8" name="ai-panel">
            <a:extLst xmlns:a="http://schemas.openxmlformats.org/drawingml/2006/main">
              <a:ext uri="{FF2B5EF4-FFF2-40B4-BE49-F238E27FC236}">
                <a16:creationId xmlns:a16="http://schemas.microsoft.com/office/drawing/2014/main" id="{8C6788C8-C068-4CF5-AA6B-96F784D4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5276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19" name="strict-label">
            <a:extLst xmlns:a="http://schemas.openxmlformats.org/drawingml/2006/main">
              <a:ext uri="{FF2B5EF4-FFF2-40B4-BE49-F238E27FC236}">
                <a16:creationId xmlns:a16="http://schemas.microsoft.com/office/drawing/2014/main" id="{4244A3BE-329A-4EC5-B6BE-DC682E87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严格尺寸（默认）</a:t>
            </a:r>
          </a:p>
        </p:txBody>
      </p:sp>
      <p:sp>
        <p:nvSpPr>
          <p:cNvPr id="20" name="strict-body">
            <a:extLst xmlns:a="http://schemas.openxmlformats.org/drawingml/2006/main">
              <a:ext uri="{FF2B5EF4-FFF2-40B4-BE49-F238E27FC236}">
                <a16:creationId xmlns:a16="http://schemas.microsoft.com/office/drawing/2014/main" id="{B18DBED1-5003-420F-8474-4EA77AF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191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同一一级目录
宽高完全相同
至少 2 个资源才组成组件集</a:t>
            </a:r>
          </a:p>
        </p:txBody>
      </p:sp>
      <p:sp>
        <p:nvSpPr>
          <p:cNvPr id="21" name="ai-label">
            <a:extLst xmlns:a="http://schemas.openxmlformats.org/drawingml/2006/main">
              <a:ext uri="{FF2B5EF4-FFF2-40B4-BE49-F238E27FC236}">
                <a16:creationId xmlns:a16="http://schemas.microsoft.com/office/drawing/2014/main" id="{CB856079-FDE0-4D68-8C28-80E6D389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95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辅助（可选）</a:t>
            </a:r>
          </a:p>
        </p:txBody>
      </p:sp>
      <p:sp>
        <p:nvSpPr>
          <p:cNvPr id="22" name="ai-body">
            <a:extLst xmlns:a="http://schemas.openxmlformats.org/drawingml/2006/main">
              <a:ext uri="{FF2B5EF4-FFF2-40B4-BE49-F238E27FC236}">
                <a16:creationId xmlns:a16="http://schemas.microsoft.com/office/drawing/2014/main" id="{CEB8D7B6-F504-4661-A95E-67BD9032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44005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拆分同尺寸但用途不同的资源
合并跨尺寸但语义明确的同系列
证据不足时继续保留严格尺寸结果</a:t>
            </a:r>
          </a:p>
        </p:txBody>
      </p:sp>
      <p:sp>
        <p:nvSpPr>
          <p:cNvPr id="23" name="classification-footer">
            <a:extLst xmlns:a="http://schemas.openxmlformats.org/drawingml/2006/main">
              <a:ext uri="{FF2B5EF4-FFF2-40B4-BE49-F238E27FC236}">
                <a16:creationId xmlns:a16="http://schemas.microsoft.com/office/drawing/2014/main" id="{8EA447EF-CDB3-4913-AA28-E4F47428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81700"/>
            <a:ext cx="415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不直接移动节点，只返回“分类计划”。</a:t>
            </a:r>
          </a:p>
        </p:txBody>
      </p:sp>
    </p:spTree>
    <p:extLst>
      <p:ext uri="{BB962C8B-B14F-4D97-AF65-F5344CB8AC3E}">
        <p14:creationId xmlns:p14="http://schemas.microsoft.com/office/powerpoint/2010/main" val="1663928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6">
            <a:extLst xmlns:a="http://schemas.openxmlformats.org/drawingml/2006/main">
              <a:ext uri="{FF2B5EF4-FFF2-40B4-BE49-F238E27FC236}">
                <a16:creationId xmlns:a16="http://schemas.microsoft.com/office/drawing/2014/main" id="{76684D3B-4281-4BDD-BB8F-B30B28FB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AI 辅助工作流：请求、判断、回发、校验、确认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4DBDD13A-33D3-4A49-8C0B-E2E6F749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F0052D68-4ACC-4A3E-9745-6CDED95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在插件里先切换到“AI 辅助”，再按下面的闭环操作。</a:t>
            </a:r>
          </a:p>
        </p:txBody>
      </p:sp>
      <p:sp>
        <p:nvSpPr>
          <p:cNvPr id="4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7ED0F15A-FFCF-43D0-AE77-9DB17004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5B1F3D9C-ECC8-4155-9171-8EF24B8B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8AFF0071-F750-420D-8CC1-E2B81BA6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3126BD61-B9FF-4E55-9C6D-BA8256D1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8" name="workflow-arrow-4">
            <a:extLst xmlns:a="http://schemas.openxmlformats.org/drawingml/2006/main">
              <a:ext uri="{FF2B5EF4-FFF2-40B4-BE49-F238E27FC236}">
                <a16:creationId xmlns:a16="http://schemas.microsoft.com/office/drawing/2014/main" id="{5B284B8E-369B-47F4-B490-10FD771E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236ABD7C-1BFE-4F8B-9481-C11CCAB5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0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C72EA75F-91B5-4B1F-A55C-E7DCA33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num-0">
            <a:extLst xmlns:a="http://schemas.openxmlformats.org/drawingml/2006/main">
              <a:ext uri="{FF2B5EF4-FFF2-40B4-BE49-F238E27FC236}">
                <a16:creationId xmlns:a16="http://schemas.microsoft.com/office/drawing/2014/main" id="{731158CB-85DB-4752-8D8E-CE359C2E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2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8F5D9257-20D2-457F-93E9-25D56A04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生成请求</a:t>
            </a:r>
          </a:p>
        </p:txBody>
      </p:sp>
      <p:sp>
        <p:nvSpPr>
          <p:cNvPr id="13" name="workflow-body-0">
            <a:extLst xmlns:a="http://schemas.openxmlformats.org/drawingml/2006/main">
              <a:ext uri="{FF2B5EF4-FFF2-40B4-BE49-F238E27FC236}">
                <a16:creationId xmlns:a16="http://schemas.microsoft.com/office/drawing/2014/main" id="{E92D6A5D-5C5B-4B70-88F9-B5A40095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选择需要 AI 审核的一级文件夹</a:t>
            </a:r>
          </a:p>
        </p:txBody>
      </p:sp>
      <p:sp>
        <p:nvSpPr>
          <p:cNvPr id="14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2AC2FAB0-65BB-49DC-B3EB-E2E7C2C8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5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3369B5A0-AA32-4F9B-BC92-704CC816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orkflow-num-1">
            <a:extLst xmlns:a="http://schemas.openxmlformats.org/drawingml/2006/main">
              <a:ext uri="{FF2B5EF4-FFF2-40B4-BE49-F238E27FC236}">
                <a16:creationId xmlns:a16="http://schemas.microsoft.com/office/drawing/2014/main" id="{73C037BD-C0F6-4A2D-AD69-37170779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7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ACC362B2-C191-4090-A0DA-2954C952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复制提示词</a:t>
            </a:r>
          </a:p>
        </p:txBody>
      </p:sp>
      <p:sp>
        <p:nvSpPr>
          <p:cNvPr id="18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71EFDABF-2264-49A3-ABE3-92A3F4A7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插件把请求写进当前 Figma 页面</a:t>
            </a:r>
          </a:p>
        </p:txBody>
      </p:sp>
      <p:sp>
        <p:nvSpPr>
          <p:cNvPr id="19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5A1C6C02-7A70-4AFA-B0C6-A9287546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20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505B8F48-2512-47B9-AB80-79A39FA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num-2">
            <a:extLst xmlns:a="http://schemas.openxmlformats.org/drawingml/2006/main">
              <a:ext uri="{FF2B5EF4-FFF2-40B4-BE49-F238E27FC236}">
                <a16:creationId xmlns:a16="http://schemas.microsoft.com/office/drawing/2014/main" id="{5B55060D-11B0-452F-ABED-5B338E4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2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C0CDE580-654F-4DC1-83F8-6DC3A38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/ MCP 分析</a:t>
            </a:r>
          </a:p>
        </p:txBody>
      </p:sp>
      <p:sp>
        <p:nvSpPr>
          <p:cNvPr id="23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A1455579-7248-408D-BFF5-4AA9321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结合名称、尺寸、路径和已有节点视觉</a:t>
            </a:r>
          </a:p>
        </p:txBody>
      </p:sp>
      <p:sp>
        <p:nvSpPr>
          <p:cNvPr id="24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E24557F9-4842-4F44-A0BB-F4D75960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25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4536B7F0-D13A-4710-A31C-53AF7E1B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orkflow-num-3">
            <a:extLst xmlns:a="http://schemas.openxmlformats.org/drawingml/2006/main">
              <a:ext uri="{FF2B5EF4-FFF2-40B4-BE49-F238E27FC236}">
                <a16:creationId xmlns:a16="http://schemas.microsoft.com/office/drawing/2014/main" id="{B46B1F3C-7CF9-40F3-B083-3457B9CF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7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1E841805-6289-416C-9DF8-7FC39EB7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回发 JSON</a:t>
            </a:r>
          </a:p>
        </p:txBody>
      </p:sp>
      <p:sp>
        <p:nvSpPr>
          <p:cNvPr id="28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A8C0A68F-3300-4B4A-89CB-3B01E42A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只写分类方案，不直接操作画布</a:t>
            </a:r>
          </a:p>
        </p:txBody>
      </p:sp>
      <p:sp>
        <p:nvSpPr>
          <p:cNvPr id="29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6BBE4FBB-EF91-4C34-8097-00417152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30" name="workflow-dot-4">
            <a:extLst xmlns:a="http://schemas.openxmlformats.org/drawingml/2006/main">
              <a:ext uri="{FF2B5EF4-FFF2-40B4-BE49-F238E27FC236}">
                <a16:creationId xmlns:a16="http://schemas.microsoft.com/office/drawing/2014/main" id="{2E6024DE-4A90-4C32-8F88-AEAD81C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workflow-num-4">
            <a:extLst xmlns:a="http://schemas.openxmlformats.org/drawingml/2006/main">
              <a:ext uri="{FF2B5EF4-FFF2-40B4-BE49-F238E27FC236}">
                <a16:creationId xmlns:a16="http://schemas.microsoft.com/office/drawing/2014/main" id="{BFD2B58C-FC55-4E24-AFE3-6B2965B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32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891ED40A-F3BA-48B8-B417-433CB2F1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读取并校验</a:t>
            </a:r>
          </a:p>
        </p:txBody>
      </p:sp>
      <p:sp>
        <p:nvSpPr>
          <p:cNvPr id="33" name="workflow-body-4">
            <a:extLst xmlns:a="http://schemas.openxmlformats.org/drawingml/2006/main">
              <a:ext uri="{FF2B5EF4-FFF2-40B4-BE49-F238E27FC236}">
                <a16:creationId xmlns:a16="http://schemas.microsoft.com/office/drawing/2014/main" id="{018778B2-E442-4C6D-957F-CBC0E695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重新计算差异和组件集预览</a:t>
            </a:r>
          </a:p>
        </p:txBody>
      </p:sp>
      <p:sp>
        <p:nvSpPr>
          <p:cNvPr id="34" name="workflow-node-5">
            <a:extLst xmlns:a="http://schemas.openxmlformats.org/drawingml/2006/main">
              <a:ext uri="{FF2B5EF4-FFF2-40B4-BE49-F238E27FC236}">
                <a16:creationId xmlns:a16="http://schemas.microsoft.com/office/drawing/2014/main" id="{3DF3C50D-759C-4227-B67B-9EB51556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35" name="workflow-dot-5">
            <a:extLst xmlns:a="http://schemas.openxmlformats.org/drawingml/2006/main">
              <a:ext uri="{FF2B5EF4-FFF2-40B4-BE49-F238E27FC236}">
                <a16:creationId xmlns:a16="http://schemas.microsoft.com/office/drawing/2014/main" id="{69FCE640-D8B2-4619-A09C-AF592245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orkflow-num-5">
            <a:extLst xmlns:a="http://schemas.openxmlformats.org/drawingml/2006/main">
              <a:ext uri="{FF2B5EF4-FFF2-40B4-BE49-F238E27FC236}">
                <a16:creationId xmlns:a16="http://schemas.microsoft.com/office/drawing/2014/main" id="{624FCDD7-BDC3-41CC-B7AB-CD6A34B7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6</a:t>
            </a:r>
          </a:p>
        </p:txBody>
      </p:sp>
      <p:sp>
        <p:nvSpPr>
          <p:cNvPr id="37" name="workflow-title-5">
            <a:extLst xmlns:a="http://schemas.openxmlformats.org/drawingml/2006/main">
              <a:ext uri="{FF2B5EF4-FFF2-40B4-BE49-F238E27FC236}">
                <a16:creationId xmlns:a16="http://schemas.microsoft.com/office/drawing/2014/main" id="{F57DFAF1-5222-4690-AD1F-4F8BD0C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用户确认同步</a:t>
            </a:r>
          </a:p>
        </p:txBody>
      </p:sp>
      <p:sp>
        <p:nvSpPr>
          <p:cNvPr id="38" name="workflow-body-5">
            <a:extLst xmlns:a="http://schemas.openxmlformats.org/drawingml/2006/main">
              <a:ext uri="{FF2B5EF4-FFF2-40B4-BE49-F238E27FC236}">
                <a16:creationId xmlns:a16="http://schemas.microsoft.com/office/drawing/2014/main" id="{A705B120-E490-44AE-A8C2-1E0A25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确认文件夹与变更数量后执行</a:t>
            </a:r>
          </a:p>
        </p:txBody>
      </p:sp>
      <p:sp>
        <p:nvSpPr>
          <p:cNvPr id="39" name="workflow-callout">
            <a:extLst xmlns:a="http://schemas.openxmlformats.org/drawingml/2006/main">
              <a:ext uri="{FF2B5EF4-FFF2-40B4-BE49-F238E27FC236}">
                <a16:creationId xmlns:a16="http://schemas.microsoft.com/office/drawing/2014/main" id="{4EE7A818-1986-4BC2-826A-E2F4909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43500"/>
            <a:ext cx="7924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0" name="workflow-callout-text">
            <a:extLst xmlns:a="http://schemas.openxmlformats.org/drawingml/2006/main">
              <a:ext uri="{FF2B5EF4-FFF2-40B4-BE49-F238E27FC236}">
                <a16:creationId xmlns:a16="http://schemas.microsoft.com/office/drawing/2014/main" id="{844905F2-E302-4947-9DE6-FE8104AA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关键：AI 的输出是方案；真正创建、合并、改名和排版，仍由插件在用户确认后执行。</a:t>
            </a:r>
          </a:p>
        </p:txBody>
      </p:sp>
    </p:spTree>
    <p:extLst>
      <p:ext uri="{BB962C8B-B14F-4D97-AF65-F5344CB8AC3E}">
        <p14:creationId xmlns:p14="http://schemas.microsoft.com/office/powerpoint/2010/main" val="1613733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7">
            <a:extLst xmlns:a="http://schemas.openxmlformats.org/drawingml/2006/main">
              <a:ext uri="{FF2B5EF4-FFF2-40B4-BE49-F238E27FC236}">
                <a16:creationId xmlns:a16="http://schemas.microsoft.com/office/drawing/2014/main" id="{7F241A29-3317-4D5D-8453-22E3E606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实现方式：页面共享数据传方案，插件规则守边界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C633A423-3506-44E8-90FC-6BCB122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3" name="transport-panel">
            <a:extLst xmlns:a="http://schemas.openxmlformats.org/drawingml/2006/main">
              <a:ext uri="{FF2B5EF4-FFF2-40B4-BE49-F238E27FC236}">
                <a16:creationId xmlns:a16="http://schemas.microsoft.com/office/drawing/2014/main" id="{13EF8B64-FEED-4A85-9458-89A598F9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71850" cy="38100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contract-panel">
            <a:extLst xmlns:a="http://schemas.openxmlformats.org/drawingml/2006/main">
              <a:ext uri="{FF2B5EF4-FFF2-40B4-BE49-F238E27FC236}">
                <a16:creationId xmlns:a16="http://schemas.microsoft.com/office/drawing/2014/main" id="{D5C678DF-30BC-4391-9A18-CBA5CE34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71850" cy="38100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5" name="guard-panel">
            <a:extLst xmlns:a="http://schemas.openxmlformats.org/drawingml/2006/main">
              <a:ext uri="{FF2B5EF4-FFF2-40B4-BE49-F238E27FC236}">
                <a16:creationId xmlns:a16="http://schemas.microsoft.com/office/drawing/2014/main" id="{A9ABC756-B83A-4CB6-9DE8-26FD7B1C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52800" cy="3810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6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7E0FEDDC-4AA4-4E03-A30F-E067EF0E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838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1 · 请求与回发通道</a:t>
            </a:r>
          </a:p>
        </p:txBody>
      </p:sp>
      <p:sp>
        <p:nvSpPr>
          <p:cNvPr id="7" name="transport-code">
            <a:extLst xmlns:a="http://schemas.openxmlformats.org/drawingml/2006/main">
              <a:ext uri="{FF2B5EF4-FFF2-40B4-BE49-F238E27FC236}">
                <a16:creationId xmlns:a16="http://schemas.microsoft.com/office/drawing/2014/main" id="{7A4733F8-4774-4D5E-8B74-1DB90CF5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384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namespace
figma_image_importer
key
classification-request
classification-plan</a:t>
            </a:r>
          </a:p>
        </p:txBody>
      </p:sp>
      <p:sp>
        <p:nvSpPr>
          <p:cNvPr id="8" name="transport-body">
            <a:extLst xmlns:a="http://schemas.openxmlformats.org/drawingml/2006/main">
              <a:ext uri="{FF2B5EF4-FFF2-40B4-BE49-F238E27FC236}">
                <a16:creationId xmlns:a16="http://schemas.microsoft.com/office/drawing/2014/main" id="{92116E0D-DDD3-4AC1-B672-628BB32C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8384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最多每片 20,000 字符
先写各分片，最后写索引
避免大型资源库超出单项限制</a:t>
            </a:r>
          </a:p>
        </p:txBody>
      </p:sp>
      <p:sp>
        <p:nvSpPr>
          <p:cNvPr id="9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FA794C45-7194-41E9-847C-E94FE85B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76450"/>
            <a:ext cx="2838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2 · 分类方案合同</a:t>
            </a:r>
          </a:p>
        </p:txBody>
      </p:sp>
      <p:sp>
        <p:nvSpPr>
          <p:cNvPr id="10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98CE4495-4B1C-4EC7-BDE0-626A4CFD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384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请求携带
requestId、页面信息、资源清单
严格尺寸组、语义候选
已有组件集与改名策略
回发方案
groups[]：组件集分组
standalone[]：保持独立
confidence、属性名、成员路径</a:t>
            </a:r>
          </a:p>
        </p:txBody>
      </p:sp>
      <p:sp>
        <p:nvSpPr>
          <p:cNvPr id="11" name="guard-title">
            <a:extLst xmlns:a="http://schemas.openxmlformats.org/drawingml/2006/main">
              <a:ext uri="{FF2B5EF4-FFF2-40B4-BE49-F238E27FC236}">
                <a16:creationId xmlns:a16="http://schemas.microsoft.com/office/drawing/2014/main" id="{E7341A63-3796-40E4-BE9B-B868486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838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3 · 插件强制校验</a:t>
            </a:r>
          </a:p>
        </p:txBody>
      </p:sp>
      <p:sp>
        <p:nvSpPr>
          <p:cNvPr id="12" name="guard-body">
            <a:extLst xmlns:a="http://schemas.openxmlformats.org/drawingml/2006/main">
              <a:ext uri="{FF2B5EF4-FFF2-40B4-BE49-F238E27FC236}">
                <a16:creationId xmlns:a16="http://schemas.microsoft.com/office/drawing/2014/main" id="{BDEE1BC5-7086-4777-97C5-7DF787A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8384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必须属于当前 requestId
只能引用已选文件夹和现有资源
不得重复归组或跨一级目录
confidence ≥ 0.7
线性尺寸比例 ≤ 1.7506
保留已有语义组件集名称</a:t>
            </a:r>
          </a:p>
        </p:txBody>
      </p:sp>
      <p:sp>
        <p:nvSpPr>
          <p:cNvPr id="13" name="implementation-footer">
            <a:extLst xmlns:a="http://schemas.openxmlformats.org/drawingml/2006/main">
              <a:ext uri="{FF2B5EF4-FFF2-40B4-BE49-F238E27FC236}">
                <a16:creationId xmlns:a16="http://schemas.microsoft.com/office/drawing/2014/main" id="{91AF43F6-185F-43AD-AD21-5FA5DC36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67400"/>
            <a:ext cx="7505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implementation-footer-text">
            <a:extLst xmlns:a="http://schemas.openxmlformats.org/drawingml/2006/main">
              <a:ext uri="{FF2B5EF4-FFF2-40B4-BE49-F238E27FC236}">
                <a16:creationId xmlns:a16="http://schemas.microsoft.com/office/drawing/2014/main" id="{7D45BF1E-4240-4707-BC0A-CE190B8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962650"/>
            <a:ext cx="697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校验通过后也只是刷新预览；点击“开始同步”前，画布仍未修改。</a:t>
            </a:r>
          </a:p>
        </p:txBody>
      </p:sp>
    </p:spTree>
    <p:extLst>
      <p:ext uri="{BB962C8B-B14F-4D97-AF65-F5344CB8AC3E}">
        <p14:creationId xmlns:p14="http://schemas.microsoft.com/office/powerpoint/2010/main" val="169713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885A67CD-6A85-4777-B2BE-6F88B5EB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推荐落地方式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02ED64B-30D0-4C57-AF52-2CFCDF1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先用严格尺寸跑通，
再把 AI 留给“难分的那一小部分”。</a:t>
            </a:r>
          </a:p>
        </p:txBody>
      </p:sp>
      <p:sp>
        <p:nvSpPr>
          <p:cNvPr id="3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1199985F-DDFC-4A84-9030-0BC8819E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57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94FCC018-A4E1-4476-AE1B-74C436BF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257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5" name="close-step-3">
            <a:extLst xmlns:a="http://schemas.openxmlformats.org/drawingml/2006/main">
              <a:ext uri="{FF2B5EF4-FFF2-40B4-BE49-F238E27FC236}">
                <a16:creationId xmlns:a16="http://schemas.microsoft.com/office/drawing/2014/main" id="{8785FAB7-7761-4FEF-9D82-61978881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57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B56A00"/>
            </a:solidFill>
            <a:prstDash val="solid"/>
          </a:ln>
        </p:spPr>
      </p:sp>
      <p:sp>
        <p:nvSpPr>
          <p:cNvPr id="6" name="close-step-4">
            <a:extLst xmlns:a="http://schemas.openxmlformats.org/drawingml/2006/main">
              <a:ext uri="{FF2B5EF4-FFF2-40B4-BE49-F238E27FC236}">
                <a16:creationId xmlns:a16="http://schemas.microsoft.com/office/drawing/2014/main" id="{E80FCABB-2269-409F-9AE9-512E4925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705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7" name="close-title-1">
            <a:extLst xmlns:a="http://schemas.openxmlformats.org/drawingml/2006/main">
              <a:ext uri="{FF2B5EF4-FFF2-40B4-BE49-F238E27FC236}">
                <a16:creationId xmlns:a16="http://schemas.microsoft.com/office/drawing/2014/main" id="{C8F42A89-D958-4538-B5B1-1265777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1 · 小范围试跑</a:t>
            </a:r>
          </a:p>
        </p:txBody>
      </p:sp>
      <p:sp>
        <p:nvSpPr>
          <p:cNvPr id="8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1A4A6B23-4572-4B5F-858D-57F2AF1F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先选一两个一级文件夹</a:t>
            </a:r>
          </a:p>
        </p:txBody>
      </p:sp>
      <p:sp>
        <p:nvSpPr>
          <p:cNvPr id="9" name="close-title-2">
            <a:extLst xmlns:a="http://schemas.openxmlformats.org/drawingml/2006/main">
              <a:ext uri="{FF2B5EF4-FFF2-40B4-BE49-F238E27FC236}">
                <a16:creationId xmlns:a16="http://schemas.microsoft.com/office/drawing/2014/main" id="{EF63DAE0-ADEB-4C94-8977-D24A40F9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2 · 严格尺寸打底</a:t>
            </a:r>
          </a:p>
        </p:txBody>
      </p:sp>
      <p:sp>
        <p:nvSpPr>
          <p:cNvPr id="10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2C21CB25-F06A-4746-A348-337FD121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先确认默认分组是否可用</a:t>
            </a:r>
          </a:p>
        </p:txBody>
      </p:sp>
      <p:sp>
        <p:nvSpPr>
          <p:cNvPr id="11" name="close-title-3">
            <a:extLst xmlns:a="http://schemas.openxmlformats.org/drawingml/2006/main">
              <a:ext uri="{FF2B5EF4-FFF2-40B4-BE49-F238E27FC236}">
                <a16:creationId xmlns:a16="http://schemas.microsoft.com/office/drawing/2014/main" id="{0BFB5550-C493-4263-91ED-BCA3038D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t>3 · AI 只审例外</a:t>
            </a:r>
          </a:p>
        </p:txBody>
      </p:sp>
      <p:sp>
        <p:nvSpPr>
          <p:cNvPr id="12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041115FC-6C98-422F-8043-3796804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只勾选真正需要判断的目录</a:t>
            </a:r>
          </a:p>
        </p:txBody>
      </p:sp>
      <p:sp>
        <p:nvSpPr>
          <p:cNvPr id="13" name="close-title-4">
            <a:extLst xmlns:a="http://schemas.openxmlformats.org/drawingml/2006/main">
              <a:ext uri="{FF2B5EF4-FFF2-40B4-BE49-F238E27FC236}">
                <a16:creationId xmlns:a16="http://schemas.microsoft.com/office/drawing/2014/main" id="{388399EC-38C7-460D-AD12-6DFA09F7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4 · 看预览再同步</a:t>
            </a:r>
          </a:p>
        </p:txBody>
      </p:sp>
      <p:sp>
        <p:nvSpPr>
          <p:cNvPr id="14" name="close-body-4">
            <a:extLst xmlns:a="http://schemas.openxmlformats.org/drawingml/2006/main">
              <a:ext uri="{FF2B5EF4-FFF2-40B4-BE49-F238E27FC236}">
                <a16:creationId xmlns:a16="http://schemas.microsoft.com/office/drawing/2014/main" id="{FFDA3D75-F901-4C73-8A14-9BF3241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2209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重点检查删除和组件集结果</a:t>
            </a:r>
          </a:p>
        </p:txBody>
      </p:sp>
      <p:sp>
        <p:nvSpPr>
          <p:cNvPr id="15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C77A3E4D-EAC3-452F-9ABD-9B7DCDA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边界：仅 PNG · 同一 Section 名称尽量唯一 · 扫描后别切页 · AI/MCP 完全可选</a:t>
            </a:r>
          </a:p>
        </p:txBody>
      </p:sp>
      <p:sp>
        <p:nvSpPr>
          <p:cNvPr id="16" name="close-evidence">
            <a:extLst xmlns:a="http://schemas.openxmlformats.org/drawingml/2006/main">
              <a:ext uri="{FF2B5EF4-FFF2-40B4-BE49-F238E27FC236}">
                <a16:creationId xmlns:a16="http://schemas.microsoft.com/office/drawing/2014/main" id="{F46F2ED3-8764-4E62-BD2B-AC8F6AF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571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本地验证：54 项自动化测试通过 · 0 失败</a:t>
            </a:r>
          </a:p>
        </p:txBody>
      </p:sp>
      <p:sp>
        <p:nvSpPr>
          <p:cNvPr id="17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39D8A14F-B208-4D6C-95E9-D16678F8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48350"/>
            <a:ext cx="527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下一步：拿一份小资源目录，现场跑一遍。</a:t>
            </a:r>
          </a:p>
        </p:txBody>
      </p:sp>
      <p:sp>
        <p:nvSpPr>
          <p:cNvPr id="18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2C389AFA-10DD-4A77-A34F-17E95BB9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3502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2026-07-24T06:08:35.9060000Z</dcterms:created>
  <dcterms:modified xsi:type="dcterms:W3CDTF">2026-07-24T06:08:35.9060000Z</dcterms:modified>
</coreProperties>
</file>