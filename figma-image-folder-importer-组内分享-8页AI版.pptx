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a864f790514a0d" /><Relationship Type="http://schemas.openxmlformats.org/officeDocument/2006/relationships/extended-properties" Target="/docProps/app.xml" Id="Re06f77670d0746f3" /><Relationship Type="http://schemas.openxmlformats.org/officeDocument/2006/relationships/officeDocument" Target="/ppt/presentation.xml" Id="Rfbe6ec16745d43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d71c914ad48fc"/>
  </p:sldMasterIdLst>
  <p:notesMasterIdLst>
    <p:notesMasterId xmlns:r="http://schemas.openxmlformats.org/officeDocument/2006/relationships" r:id="Rc14709f023e44269"/>
  </p:notesMasterIdLst>
  <p:sldIdLst>
    <p:sldId xmlns:r="http://schemas.openxmlformats.org/officeDocument/2006/relationships" id="256" r:id="R37a7bf61040f446b"/>
    <p:sldId xmlns:r="http://schemas.openxmlformats.org/officeDocument/2006/relationships" id="257" r:id="R26212740a0d240b4"/>
    <p:sldId xmlns:r="http://schemas.openxmlformats.org/officeDocument/2006/relationships" id="258" r:id="R46c0bd3178d54636"/>
    <p:sldId xmlns:r="http://schemas.openxmlformats.org/officeDocument/2006/relationships" id="259" r:id="R6e6b0fbfa48a444e"/>
    <p:sldId xmlns:r="http://schemas.openxmlformats.org/officeDocument/2006/relationships" id="260" r:id="R2df8ecb925374b5f"/>
    <p:sldId xmlns:r="http://schemas.openxmlformats.org/officeDocument/2006/relationships" id="261" r:id="R2b9be1d5b3d4489d"/>
    <p:sldId xmlns:r="http://schemas.openxmlformats.org/officeDocument/2006/relationships" id="262" r:id="R9b1f91e5fc1c439f"/>
    <p:sldId xmlns:r="http://schemas.openxmlformats.org/officeDocument/2006/relationships" id="263" r:id="Rf1604773b1004e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26535bd3804207" /><Relationship Type="http://schemas.openxmlformats.org/officeDocument/2006/relationships/slideMaster" Target="/ppt/slideMasters/slideMaster1.xml" Id="R1f7d71c914ad48fc" /><Relationship Type="http://schemas.openxmlformats.org/officeDocument/2006/relationships/notesMaster" Target="/ppt/notesMasters/notesMaster1.xml" Id="Rc14709f023e44269" /><Relationship Type="http://schemas.openxmlformats.org/officeDocument/2006/relationships/presProps" Target="/ppt/presProps.xml" Id="R18beb947fcd54bc0" /><Relationship Type="http://schemas.openxmlformats.org/officeDocument/2006/relationships/tableStyles" Target="/ppt/tableStyles.xml" Id="R6e4497f0acb74c06" /><Relationship Type="http://schemas.openxmlformats.org/officeDocument/2006/relationships/slide" Target="/ppt/slides/slide1.xml" Id="R37a7bf61040f446b" /><Relationship Type="http://schemas.openxmlformats.org/officeDocument/2006/relationships/slide" Target="/ppt/slides/slide2.xml" Id="R26212740a0d240b4" /><Relationship Type="http://schemas.openxmlformats.org/officeDocument/2006/relationships/slide" Target="/ppt/slides/slide3.xml" Id="R46c0bd3178d54636" /><Relationship Type="http://schemas.openxmlformats.org/officeDocument/2006/relationships/slide" Target="/ppt/slides/slide4.xml" Id="R6e6b0fbfa48a444e" /><Relationship Type="http://schemas.openxmlformats.org/officeDocument/2006/relationships/slide" Target="/ppt/slides/slide5.xml" Id="R2df8ecb925374b5f" /><Relationship Type="http://schemas.openxmlformats.org/officeDocument/2006/relationships/slide" Target="/ppt/slides/slide6.xml" Id="R2b9be1d5b3d4489d" /><Relationship Type="http://schemas.openxmlformats.org/officeDocument/2006/relationships/slide" Target="/ppt/slides/slide7.xml" Id="R9b1f91e5fc1c439f" /><Relationship Type="http://schemas.openxmlformats.org/officeDocument/2006/relationships/slide" Target="/ppt/slides/slide8.xml" Id="Rf1604773b1004e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b1ab0cb81d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0d52a3c37a421c" /><Relationship Type="http://schemas.openxmlformats.org/officeDocument/2006/relationships/notesMaster" Target="/ppt/notesMasters/notesMaster1.xml" Id="R1408c9afa15e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fc061074b4270" /><Relationship Type="http://schemas.openxmlformats.org/officeDocument/2006/relationships/notesMaster" Target="/ppt/notesMasters/notesMaster1.xml" Id="R98c6d04c0179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8448c6df13448d" /><Relationship Type="http://schemas.openxmlformats.org/officeDocument/2006/relationships/notesMaster" Target="/ppt/notesMasters/notesMaster1.xml" Id="R74707e58584e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3ce688b7c4263" /><Relationship Type="http://schemas.openxmlformats.org/officeDocument/2006/relationships/notesMaster" Target="/ppt/notesMasters/notesMaster1.xml" Id="R572b38aa877444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7802e50ead4cfd" /><Relationship Type="http://schemas.openxmlformats.org/officeDocument/2006/relationships/notesMaster" Target="/ppt/notesMasters/notesMaster1.xml" Id="Raa597bb9a1a0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5d088ebe0407e" /><Relationship Type="http://schemas.openxmlformats.org/officeDocument/2006/relationships/notesMaster" Target="/ppt/notesMasters/notesMaster1.xml" Id="R40d59e64ed4b4c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120fd3f7964ebf" /><Relationship Type="http://schemas.openxmlformats.org/officeDocument/2006/relationships/notesMaster" Target="/ppt/notesMasters/notesMaster1.xml" Id="R8e3bfe4afc944e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17940001bb4b79" /><Relationship Type="http://schemas.openxmlformats.org/officeDocument/2006/relationships/notesMaster" Target="/ppt/notesMasters/notesMaster1.xml" Id="Red9953de6d294f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6342723324d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cf035d4b79433e" /><Relationship Type="http://schemas.openxmlformats.org/officeDocument/2006/relationships/slideLayout" Target="/ppt/slideLayouts/slideLayout1.xml" Id="R6f667fe262f7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67fe262f7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c2d1d3b514bbb" /><Relationship Type="http://schemas.openxmlformats.org/officeDocument/2006/relationships/image" Target="/ppt/media/image.png" Id="R1a39ad413e6c43da" /><Relationship Type="http://schemas.openxmlformats.org/officeDocument/2006/relationships/notesSlide" Target="/ppt/notesSlides/notesSlide1.xml" Id="R478abad2c73f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31fe46e4b4d60" /><Relationship Type="http://schemas.openxmlformats.org/officeDocument/2006/relationships/notesSlide" Target="/ppt/notesSlides/notesSlide2.xml" Id="R553a7877b9064b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6fff5a06b4819" /><Relationship Type="http://schemas.openxmlformats.org/officeDocument/2006/relationships/notesSlide" Target="/ppt/notesSlides/notesSlide3.xml" Id="Rf61887a8cf6848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45cfb76d64455" /><Relationship Type="http://schemas.openxmlformats.org/officeDocument/2006/relationships/image" Target="/ppt/media/image2.png" Id="Rc3fa6c8eface479d" /><Relationship Type="http://schemas.openxmlformats.org/officeDocument/2006/relationships/image" Target="/ppt/media/image3.png" Id="R057dda18b2e74001" /><Relationship Type="http://schemas.openxmlformats.org/officeDocument/2006/relationships/notesSlide" Target="/ppt/notesSlides/notesSlide4.xml" Id="R635f7e1e3f9244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6b68f15c54415" /><Relationship Type="http://schemas.openxmlformats.org/officeDocument/2006/relationships/notesSlide" Target="/ppt/notesSlides/notesSlide5.xml" Id="R5a4cf619fbb64e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074c590474bbb" /><Relationship Type="http://schemas.openxmlformats.org/officeDocument/2006/relationships/notesSlide" Target="/ppt/notesSlides/notesSlide6.xml" Id="R7793afb306b646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e7204e29840f7" /><Relationship Type="http://schemas.openxmlformats.org/officeDocument/2006/relationships/notesSlide" Target="/ppt/notesSlides/notesSlide7.xml" Id="Rb21097f4ea054e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aa52697e84f85" /><Relationship Type="http://schemas.openxmlformats.org/officeDocument/2006/relationships/notesSlide" Target="/ppt/notesSlides/notesSlide8.xml" Id="Rc192a855b60f47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C2914234-FCC0-4AB5-A87C-688E9E0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4857750" cy="594360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02A48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1B1B828-7F6D-446F-A293-170A3E5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PLUGIN · 组内分享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B9CADF-8A41-4855-9FAB-8F4203D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905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把“导入切图”
变成“同步资源库”</a:t>
            </a:r>
          </a:p>
        </p:txBody>
      </p:sp>
      <p:sp>
        <p:nvSpPr>
          <p:cNvPr id="4" name="cover-subtitle-en">
            <a:extLst xmlns:a="http://schemas.openxmlformats.org/drawingml/2006/main">
              <a:ext uri="{FF2B5EF4-FFF2-40B4-BE49-F238E27FC236}">
                <a16:creationId xmlns:a16="http://schemas.microsoft.com/office/drawing/2014/main" id="{62906C93-CB6B-48DC-BE03-B0CECC80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Image Folder Importer</a:t>
            </a:r>
          </a:p>
        </p:txBody>
      </p:sp>
      <p:sp>
        <p:nvSpPr>
          <p:cNvPr id="5" name="cover-subtitle-zh">
            <a:extLst xmlns:a="http://schemas.openxmlformats.org/drawingml/2006/main">
              <a:ext uri="{FF2B5EF4-FFF2-40B4-BE49-F238E27FC236}">
                <a16:creationId xmlns:a16="http://schemas.microsoft.com/office/drawing/2014/main" id="{FA8467D0-0913-45E1-B764-66DAABD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8 页速览 · 含 AI 辅助闭环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2C90B4B2-82E0-447F-B5FE-B27AF88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9ad413e6c43da"/>
          <a:stretch xmlns:a="http://schemas.openxmlformats.org/drawingml/2006/main"/>
        </p:blipFill>
        <p:spPr>
          <a:xfrm xmlns:a="http://schemas.openxmlformats.org/drawingml/2006/main">
            <a:off x="8096250" y="1809750"/>
            <a:ext cx="2438400" cy="2438400"/>
          </a:xfrm>
          <a:prstGeom xmlns:a="http://schemas.openxmlformats.org/drawingml/2006/main" prst="roundRect">
            <a:avLst/>
          </a:prstGeom>
        </p:spPr>
      </p:pic>
      <p:sp>
        <p:nvSpPr>
          <p:cNvPr id="8" name="cover-side-label">
            <a:extLst xmlns:a="http://schemas.openxmlformats.org/drawingml/2006/main">
              <a:ext uri="{FF2B5EF4-FFF2-40B4-BE49-F238E27FC236}">
                <a16:creationId xmlns:a16="http://schemas.microsoft.com/office/drawing/2014/main" id="{BF92BEB9-A1D4-4C03-9B33-D2C58E9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FC8FF"/>
                </a:solidFill>
                <a:latin typeface="Microsoft YaHei"/>
                <a:ea typeface="Microsoft YaHei"/>
                <a:cs typeface="Microsoft YaHei"/>
              </a:defRPr>
            </a:pPr>
            <a:r>
              <a:t>FOLDER  →  COMPONENTS</a:t>
            </a:r>
          </a:p>
        </p:txBody>
      </p:sp>
    </p:spTree>
    <p:extLst>
      <p:ext uri="{BB962C8B-B14F-4D97-AF65-F5344CB8AC3E}">
        <p14:creationId xmlns:p14="http://schemas.microsoft.com/office/powerpoint/2010/main" val="1491052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BBEA66CD-1CC3-4FDB-BF65-1859B1B2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插件把重复导入，升级成可预览的增量同步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0A40F34F-BFED-48CF-9839-EB2DA8D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3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9DF3AC5D-EEDF-4DF6-A467-ADF7075B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4958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9525">
            <a:solidFill>
              <a:srgbClr val="C23B2A"/>
            </a:solidFill>
            <a:prstDash val="solid"/>
          </a:ln>
        </p:spPr>
      </p:sp>
      <p:sp>
        <p:nvSpPr>
          <p:cNvPr id="4" name="after-panel">
            <a:extLst xmlns:a="http://schemas.openxmlformats.org/drawingml/2006/main">
              <a:ext uri="{FF2B5EF4-FFF2-40B4-BE49-F238E27FC236}">
                <a16:creationId xmlns:a16="http://schemas.microsoft.com/office/drawing/2014/main" id="{3E807F3C-C80E-4F8E-8CD1-2F21654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44958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5" name="value-arrow">
            <a:extLst xmlns:a="http://schemas.openxmlformats.org/drawingml/2006/main">
              <a:ext uri="{FF2B5EF4-FFF2-40B4-BE49-F238E27FC236}">
                <a16:creationId xmlns:a16="http://schemas.microsoft.com/office/drawing/2014/main" id="{D813C312-8686-4062-8B49-DC91622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57550"/>
            <a:ext cx="87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8C2E8E29-258F-4199-B466-D15291B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3B2A"/>
                </a:solidFill>
                <a:latin typeface="Microsoft YaHei"/>
                <a:ea typeface="Microsoft YaHei"/>
                <a:cs typeface="Microsoft YaHei"/>
              </a:defRPr>
            </a:pPr>
            <a:r>
              <a:t>原来的手工流程</a:t>
            </a:r>
          </a:p>
        </p:txBody>
      </p:sp>
      <p:sp>
        <p:nvSpPr>
          <p:cNvPr id="7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5EE35FA4-EE5F-4762-9EA2-1FD8392D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拖入、改名、分组、排版</a:t>
            </a:r>
          </a:p>
        </p:txBody>
      </p:sp>
      <p:sp>
        <p:nvSpPr>
          <p:cNvPr id="8" name="bullet-82-376-0">
            <a:extLst xmlns:a="http://schemas.openxmlformats.org/drawingml/2006/main">
              <a:ext uri="{FF2B5EF4-FFF2-40B4-BE49-F238E27FC236}">
                <a16:creationId xmlns:a16="http://schemas.microsoft.com/office/drawing/2014/main" id="{326271E9-00F4-4A83-A9DD-6184FF03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82-376-0">
            <a:extLst xmlns:a="http://schemas.openxmlformats.org/drawingml/2006/main">
              <a:ext uri="{FF2B5EF4-FFF2-40B4-BE49-F238E27FC236}">
                <a16:creationId xmlns:a16="http://schemas.microsoft.com/office/drawing/2014/main" id="{DB3FBC8A-8A66-4C85-B640-4EC07C2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资源一多，重复劳动明显</a:t>
            </a:r>
          </a:p>
        </p:txBody>
      </p:sp>
      <p:sp>
        <p:nvSpPr>
          <p:cNvPr id="10" name="bullet-82-376-1">
            <a:extLst xmlns:a="http://schemas.openxmlformats.org/drawingml/2006/main">
              <a:ext uri="{FF2B5EF4-FFF2-40B4-BE49-F238E27FC236}">
                <a16:creationId xmlns:a16="http://schemas.microsoft.com/office/drawing/2014/main" id="{BB0A87F9-1746-4703-8107-3FD732C3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82-376-1">
            <a:extLst xmlns:a="http://schemas.openxmlformats.org/drawingml/2006/main">
              <a:ext uri="{FF2B5EF4-FFF2-40B4-BE49-F238E27FC236}">
                <a16:creationId xmlns:a16="http://schemas.microsoft.com/office/drawing/2014/main" id="{F025A085-8A81-434B-8DA5-09ED049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替换、删除、移动容易误操作</a:t>
            </a:r>
          </a:p>
        </p:txBody>
      </p:sp>
      <p:sp>
        <p:nvSpPr>
          <p:cNvPr id="12" name="bullet-82-376-2">
            <a:extLst xmlns:a="http://schemas.openxmlformats.org/drawingml/2006/main">
              <a:ext uri="{FF2B5EF4-FFF2-40B4-BE49-F238E27FC236}">
                <a16:creationId xmlns:a16="http://schemas.microsoft.com/office/drawing/2014/main" id="{B395878D-9E01-4FD6-875A-9FB8289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82-376-2">
            <a:extLst xmlns:a="http://schemas.openxmlformats.org/drawingml/2006/main">
              <a:ext uri="{FF2B5EF4-FFF2-40B4-BE49-F238E27FC236}">
                <a16:creationId xmlns:a16="http://schemas.microsoft.com/office/drawing/2014/main" id="{5270A7D6-E2A4-4722-89CE-738E0A5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组件集与版面需要反复整理</a:t>
            </a:r>
          </a:p>
        </p:txBody>
      </p:sp>
      <p:sp>
        <p:nvSpPr>
          <p:cNvPr id="1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D7D373F5-E0FD-496F-881B-01E5E2C9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插件完成的同步</a:t>
            </a:r>
          </a:p>
        </p:txBody>
      </p:sp>
      <p:sp>
        <p:nvSpPr>
          <p:cNvPr id="15" name="after-title">
            <a:extLst xmlns:a="http://schemas.openxmlformats.org/drawingml/2006/main">
              <a:ext uri="{FF2B5EF4-FFF2-40B4-BE49-F238E27FC236}">
                <a16:creationId xmlns:a16="http://schemas.microsoft.com/office/drawing/2014/main" id="{DE34BC9C-62FF-4611-9628-63A4C43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3714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先扫描差异，再只改变化</a:t>
            </a:r>
          </a:p>
        </p:txBody>
      </p:sp>
      <p:sp>
        <p:nvSpPr>
          <p:cNvPr id="16" name="bullet-794-376-0">
            <a:extLst xmlns:a="http://schemas.openxmlformats.org/drawingml/2006/main">
              <a:ext uri="{FF2B5EF4-FFF2-40B4-BE49-F238E27FC236}">
                <a16:creationId xmlns:a16="http://schemas.microsoft.com/office/drawing/2014/main" id="{1426E485-6B1A-4F02-982D-53E3B449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67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text-794-376-0">
            <a:extLst xmlns:a="http://schemas.openxmlformats.org/drawingml/2006/main">
              <a:ext uri="{FF2B5EF4-FFF2-40B4-BE49-F238E27FC236}">
                <a16:creationId xmlns:a16="http://schemas.microsoft.com/office/drawing/2014/main" id="{FF05C642-0EB4-48EA-AF7F-A97C7042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新增、更新、删除、移动可预览</a:t>
            </a:r>
          </a:p>
        </p:txBody>
      </p:sp>
      <p:sp>
        <p:nvSpPr>
          <p:cNvPr id="18" name="bullet-794-376-1">
            <a:extLst xmlns:a="http://schemas.openxmlformats.org/drawingml/2006/main">
              <a:ext uri="{FF2B5EF4-FFF2-40B4-BE49-F238E27FC236}">
                <a16:creationId xmlns:a16="http://schemas.microsoft.com/office/drawing/2014/main" id="{A031827F-B16B-4954-99E6-C11B799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-text-794-376-1">
            <a:extLst xmlns:a="http://schemas.openxmlformats.org/drawingml/2006/main">
              <a:ext uri="{FF2B5EF4-FFF2-40B4-BE49-F238E27FC236}">
                <a16:creationId xmlns:a16="http://schemas.microsoft.com/office/drawing/2014/main" id="{B55F8ADE-5DC7-4FE0-ADF2-29B337B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未变化节点不重写、不移动</a:t>
            </a:r>
          </a:p>
        </p:txBody>
      </p:sp>
      <p:sp>
        <p:nvSpPr>
          <p:cNvPr id="20" name="bullet-794-376-2">
            <a:extLst xmlns:a="http://schemas.openxmlformats.org/drawingml/2006/main">
              <a:ext uri="{FF2B5EF4-FFF2-40B4-BE49-F238E27FC236}">
                <a16:creationId xmlns:a16="http://schemas.microsoft.com/office/drawing/2014/main" id="{B157EFB2-10AD-471B-AB33-45638290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86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text-794-376-2">
            <a:extLst xmlns:a="http://schemas.openxmlformats.org/drawingml/2006/main">
              <a:ext uri="{FF2B5EF4-FFF2-40B4-BE49-F238E27FC236}">
                <a16:creationId xmlns:a16="http://schemas.microsoft.com/office/drawing/2014/main" id="{D1255A7D-9D84-4BB6-B383-DA5BBEAD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371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同尺寸替换尽量保留节点 ID</a:t>
            </a:r>
          </a:p>
        </p:txBody>
      </p:sp>
      <p:sp>
        <p:nvSpPr>
          <p:cNvPr id="22" name="value-footer">
            <a:extLst xmlns:a="http://schemas.openxmlformats.org/drawingml/2006/main">
              <a:ext uri="{FF2B5EF4-FFF2-40B4-BE49-F238E27FC236}">
                <a16:creationId xmlns:a16="http://schemas.microsoft.com/office/drawing/2014/main" id="{AEA3BAD6-B6CD-4944-97F1-593E88E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5715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 PNG 目录是来源，Figma 页面是可复用资产库。</a:t>
            </a:r>
          </a:p>
        </p:txBody>
      </p:sp>
    </p:spTree>
    <p:extLst>
      <p:ext uri="{BB962C8B-B14F-4D97-AF65-F5344CB8AC3E}">
        <p14:creationId xmlns:p14="http://schemas.microsoft.com/office/powerpoint/2010/main" val="78226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2FEA275C-1C9D-40E1-836A-45218EBD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第一次使用，3 步就够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3F9EABBB-9199-4086-83D5-C2E0C44A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EAA61240-06EB-45F0-99DC-71EFD2B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09D84C09-C3B1-4B7D-8CE4-4F3FE6F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58CEA2DC-7206-4413-8B77-17DA0462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00D16EA4-9447-4D54-A8FF-3A07C54B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F0CAFEA-1B7B-4692-92D9-4D422B2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1</a:t>
            </a:r>
          </a:p>
        </p:txBody>
      </p:sp>
      <p:sp>
        <p:nvSpPr>
          <p:cNvPr id="8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1527235-2EA5-4B06-9F4C-51EA8188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2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38911D4-C9AC-4D9E-B1BD-9B05715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3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EA2F4BEA-60ED-4644-A238-51BB1E79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安装开发版插件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1A012CA-7DE6-4B6E-9A41-0FE2D8F9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桌面版
Plugins → Development
选择 manifest.json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3020AB3-8995-437F-9632-2FC697DE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准备资源目录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228EDE3C-72DA-4D1E-9B64-66894FA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只处理 PNG
第一级文件夹变成 Section
文件名变成组件名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E0D2C18-E3FA-450D-87E4-23ECF5DC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选择资源根目录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AAA6466-B1D1-4E51-9D70-296BD91F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148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打开目标 Figma 页面
选择最外层目录
等待扫描结果</a:t>
            </a:r>
          </a:p>
        </p:txBody>
      </p:sp>
      <p:sp>
        <p:nvSpPr>
          <p:cNvPr id="16" name="folder-example-panel">
            <a:extLst xmlns:a="http://schemas.openxmlformats.org/drawingml/2006/main">
              <a:ext uri="{FF2B5EF4-FFF2-40B4-BE49-F238E27FC236}">
                <a16:creationId xmlns:a16="http://schemas.microsoft.com/office/drawing/2014/main" id="{410CB47B-38CF-4FB8-A553-E446E175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62600"/>
            <a:ext cx="5943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7" name="folder-example">
            <a:extLst xmlns:a="http://schemas.openxmlformats.org/drawingml/2006/main">
              <a:ext uri="{FF2B5EF4-FFF2-40B4-BE49-F238E27FC236}">
                <a16:creationId xmlns:a16="http://schemas.microsoft.com/office/drawing/2014/main" id="{D525342C-3489-4362-9176-4A4F852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5562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res/  →  common/ · battle/ · item/</a:t>
            </a:r>
          </a:p>
        </p:txBody>
      </p:sp>
    </p:spTree>
    <p:extLst>
      <p:ext uri="{BB962C8B-B14F-4D97-AF65-F5344CB8AC3E}">
        <p14:creationId xmlns:p14="http://schemas.microsoft.com/office/powerpoint/2010/main" val="265161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A151F417-5A48-4842-A544-FF5B29B4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日常同步：看 5 个数字，进预览，再确认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8E17063E-5FAB-4019-90BA-1238CBBE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3" name="sync-lead">
            <a:extLst xmlns:a="http://schemas.openxmlformats.org/drawingml/2006/main">
              <a:ext uri="{FF2B5EF4-FFF2-40B4-BE49-F238E27FC236}">
                <a16:creationId xmlns:a16="http://schemas.microsoft.com/office/drawing/2014/main" id="{05B74C74-B6BF-449E-82AE-158AE27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统计卡片看“发生什么”，预览页看“改哪些”</a:t>
            </a:r>
          </a:p>
        </p:txBody>
      </p:sp>
      <p:sp>
        <p:nvSpPr>
          <p:cNvPr id="4" name="bullet-52-214-0">
            <a:extLst xmlns:a="http://schemas.openxmlformats.org/drawingml/2006/main">
              <a:ext uri="{FF2B5EF4-FFF2-40B4-BE49-F238E27FC236}">
                <a16:creationId xmlns:a16="http://schemas.microsoft.com/office/drawing/2014/main" id="{BBB6E8FC-8D4E-4C53-8F8A-9E9882EC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24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ext-52-214-0">
            <a:extLst xmlns:a="http://schemas.openxmlformats.org/drawingml/2006/main">
              <a:ext uri="{FF2B5EF4-FFF2-40B4-BE49-F238E27FC236}">
                <a16:creationId xmlns:a16="http://schemas.microsoft.com/office/drawing/2014/main" id="{1D9C740B-85A3-4081-B0AB-C900974B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新增：创建 Component</a:t>
            </a:r>
          </a:p>
        </p:txBody>
      </p:sp>
      <p:sp>
        <p:nvSpPr>
          <p:cNvPr id="6" name="bullet-52-214-1">
            <a:extLst xmlns:a="http://schemas.openxmlformats.org/drawingml/2006/main">
              <a:ext uri="{FF2B5EF4-FFF2-40B4-BE49-F238E27FC236}">
                <a16:creationId xmlns:a16="http://schemas.microsoft.com/office/drawing/2014/main" id="{274CB64D-5A91-4B28-8702-2565172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52-214-1">
            <a:extLst xmlns:a="http://schemas.openxmlformats.org/drawingml/2006/main">
              <a:ext uri="{FF2B5EF4-FFF2-40B4-BE49-F238E27FC236}">
                <a16:creationId xmlns:a16="http://schemas.microsoft.com/office/drawing/2014/main" id="{ADA5BBA6-0D22-460A-9ECE-805AF1F4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更新：替换图片，尽量保留原节点</a:t>
            </a:r>
          </a:p>
        </p:txBody>
      </p:sp>
      <p:sp>
        <p:nvSpPr>
          <p:cNvPr id="8" name="bullet-52-214-2">
            <a:extLst xmlns:a="http://schemas.openxmlformats.org/drawingml/2006/main">
              <a:ext uri="{FF2B5EF4-FFF2-40B4-BE49-F238E27FC236}">
                <a16:creationId xmlns:a16="http://schemas.microsoft.com/office/drawing/2014/main" id="{740D9948-ADF8-4DB2-A40F-A4FD5FE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52-214-2">
            <a:extLst xmlns:a="http://schemas.openxmlformats.org/drawingml/2006/main">
              <a:ext uri="{FF2B5EF4-FFF2-40B4-BE49-F238E27FC236}">
                <a16:creationId xmlns:a16="http://schemas.microsoft.com/office/drawing/2014/main" id="{FD0B8773-4BB7-4E8F-961A-6616D8D8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删除：本地已不存在，需要确认</a:t>
            </a:r>
          </a:p>
        </p:txBody>
      </p:sp>
      <p:sp>
        <p:nvSpPr>
          <p:cNvPr id="10" name="bullet-52-214-3">
            <a:extLst xmlns:a="http://schemas.openxmlformats.org/drawingml/2006/main">
              <a:ext uri="{FF2B5EF4-FFF2-40B4-BE49-F238E27FC236}">
                <a16:creationId xmlns:a16="http://schemas.microsoft.com/office/drawing/2014/main" id="{0133F7F4-E655-4F68-A0C5-57246F4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0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52-214-3">
            <a:extLst xmlns:a="http://schemas.openxmlformats.org/drawingml/2006/main">
              <a:ext uri="{FF2B5EF4-FFF2-40B4-BE49-F238E27FC236}">
                <a16:creationId xmlns:a16="http://schemas.microsoft.com/office/drawing/2014/main" id="{B0043947-0FC2-4CD1-ACF9-02B9306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移动：路径或归组改变，节点继续保留</a:t>
            </a:r>
          </a:p>
        </p:txBody>
      </p:sp>
      <p:sp>
        <p:nvSpPr>
          <p:cNvPr id="12" name="bullet-52-214-4">
            <a:extLst xmlns:a="http://schemas.openxmlformats.org/drawingml/2006/main">
              <a:ext uri="{FF2B5EF4-FFF2-40B4-BE49-F238E27FC236}">
                <a16:creationId xmlns:a16="http://schemas.microsoft.com/office/drawing/2014/main" id="{05456514-5721-48A9-8F9D-91EFA4DA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52-214-4">
            <a:extLst xmlns:a="http://schemas.openxmlformats.org/drawingml/2006/main">
              <a:ext uri="{FF2B5EF4-FFF2-40B4-BE49-F238E27FC236}">
                <a16:creationId xmlns:a16="http://schemas.microsoft.com/office/drawing/2014/main" id="{AF96AAC3-A5DA-44E8-9233-F4151192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4610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未变化：不重写，也不移动</a:t>
            </a:r>
          </a:p>
        </p:txBody>
      </p:sp>
      <p:sp>
        <p:nvSpPr>
          <p:cNvPr id="14" name="sync-shot-frame">
            <a:extLst xmlns:a="http://schemas.openxmlformats.org/drawingml/2006/main">
              <a:ext uri="{FF2B5EF4-FFF2-40B4-BE49-F238E27FC236}">
                <a16:creationId xmlns:a16="http://schemas.microsoft.com/office/drawing/2014/main" id="{95365679-4ACC-49DB-B5A9-02E0D869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95400"/>
            <a:ext cx="2571750" cy="49149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5" name="preview-shot-frame">
            <a:extLst xmlns:a="http://schemas.openxmlformats.org/drawingml/2006/main">
              <a:ext uri="{FF2B5EF4-FFF2-40B4-BE49-F238E27FC236}">
                <a16:creationId xmlns:a16="http://schemas.microsoft.com/office/drawing/2014/main" id="{8A2E92B4-F9F4-4E09-9B3B-E7080C37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571750" cy="49149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6" name="sync-shot-label">
            <a:extLst xmlns:a="http://schemas.openxmlformats.org/drawingml/2006/main">
              <a:ext uri="{FF2B5EF4-FFF2-40B4-BE49-F238E27FC236}">
                <a16:creationId xmlns:a16="http://schemas.microsoft.com/office/drawing/2014/main" id="{A47D5B01-426A-45B5-A135-0F61B1D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29300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主界面</a:t>
            </a:r>
          </a:p>
        </p:txBody>
      </p:sp>
      <p:sp>
        <p:nvSpPr>
          <p:cNvPr id="17" name="preview-shot-label">
            <a:extLst xmlns:a="http://schemas.openxmlformats.org/drawingml/2006/main">
              <a:ext uri="{FF2B5EF4-FFF2-40B4-BE49-F238E27FC236}">
                <a16:creationId xmlns:a16="http://schemas.microsoft.com/office/drawing/2014/main" id="{55A562BC-B698-4F9B-BCD3-33E0199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829300"/>
            <a:ext cx="1028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变动预览</a:t>
            </a:r>
          </a:p>
        </p:txBody>
      </p:sp>
      <p:sp>
        <p:nvSpPr>
          <p:cNvPr id="18" name="sync-safety">
            <a:extLst xmlns:a="http://schemas.openxmlformats.org/drawingml/2006/main">
              <a:ext uri="{FF2B5EF4-FFF2-40B4-BE49-F238E27FC236}">
                <a16:creationId xmlns:a16="http://schemas.microsoft.com/office/drawing/2014/main" id="{7B1548F9-F247-4B8C-8245-B4629D5B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4895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9" name="sync-safety-text">
            <a:extLst xmlns:a="http://schemas.openxmlformats.org/drawingml/2006/main">
              <a:ext uri="{FF2B5EF4-FFF2-40B4-BE49-F238E27FC236}">
                <a16:creationId xmlns:a16="http://schemas.microsoft.com/office/drawing/2014/main" id="{A5ECB74B-B3B3-46F2-B960-80023330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438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画布在确认同步之前不会被修改。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a6c8eface479d"/>
          <a:stretch xmlns:a="http://schemas.openxmlformats.org/drawingml/2006/main"/>
        </p:blipFill>
        <p:spPr>
          <a:xfrm xmlns:a="http://schemas.openxmlformats.org/drawingml/2006/main">
            <a:off x="6286500" y="1720516"/>
            <a:ext cx="1924050" cy="3645568"/>
          </a:xfrm>
          <a:prstGeom xmlns:a="http://schemas.openxmlformats.org/drawingml/2006/main" prst="round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dda18b2e74001"/>
          <a:stretch xmlns:a="http://schemas.openxmlformats.org/drawingml/2006/main"/>
        </p:blipFill>
        <p:spPr>
          <a:xfrm xmlns:a="http://schemas.openxmlformats.org/drawingml/2006/main">
            <a:off x="9182100" y="1720516"/>
            <a:ext cx="1924050" cy="364556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24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5">
            <a:extLst xmlns:a="http://schemas.openxmlformats.org/drawingml/2006/main">
              <a:ext uri="{FF2B5EF4-FFF2-40B4-BE49-F238E27FC236}">
                <a16:creationId xmlns:a16="http://schemas.microsoft.com/office/drawing/2014/main" id="{94D4E7AB-0341-42FD-B91A-1934508D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严格尺寸是底座，AI 只处理少量高置信例外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FBE05FF0-3FBE-4450-B373-B38F723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" name="struct-arrow-1">
            <a:extLst xmlns:a="http://schemas.openxmlformats.org/drawingml/2006/main">
              <a:ext uri="{FF2B5EF4-FFF2-40B4-BE49-F238E27FC236}">
                <a16:creationId xmlns:a16="http://schemas.microsoft.com/office/drawing/2014/main" id="{798EBE6E-EEB1-47BC-8168-C4B37F3A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ruct-arrow-2">
            <a:extLst xmlns:a="http://schemas.openxmlformats.org/drawingml/2006/main">
              <a:ext uri="{FF2B5EF4-FFF2-40B4-BE49-F238E27FC236}">
                <a16:creationId xmlns:a16="http://schemas.microsoft.com/office/drawing/2014/main" id="{2527FBCC-F715-4544-9C43-9EA39006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-arrow-3">
            <a:extLst xmlns:a="http://schemas.openxmlformats.org/drawingml/2006/main">
              <a:ext uri="{FF2B5EF4-FFF2-40B4-BE49-F238E27FC236}">
                <a16:creationId xmlns:a16="http://schemas.microsoft.com/office/drawing/2014/main" id="{104C745C-4DDB-4D43-BF37-24E996D4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-arrow-char-1">
            <a:extLst xmlns:a="http://schemas.openxmlformats.org/drawingml/2006/main">
              <a:ext uri="{FF2B5EF4-FFF2-40B4-BE49-F238E27FC236}">
                <a16:creationId xmlns:a16="http://schemas.microsoft.com/office/drawing/2014/main" id="{ADF351A7-9005-4A4F-9EDC-2ADE97F6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7" name="struct-arrow-char-2">
            <a:extLst xmlns:a="http://schemas.openxmlformats.org/drawingml/2006/main">
              <a:ext uri="{FF2B5EF4-FFF2-40B4-BE49-F238E27FC236}">
                <a16:creationId xmlns:a16="http://schemas.microsoft.com/office/drawing/2014/main" id="{BF226D8B-7E5D-493A-90C1-3FD405B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8" name="struct-arrow-char-3">
            <a:extLst xmlns:a="http://schemas.openxmlformats.org/drawingml/2006/main">
              <a:ext uri="{FF2B5EF4-FFF2-40B4-BE49-F238E27FC236}">
                <a16:creationId xmlns:a16="http://schemas.microsoft.com/office/drawing/2014/main" id="{2A3EEC52-A4E3-42AC-B7D0-03018E6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476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9" name="root-node">
            <a:extLst xmlns:a="http://schemas.openxmlformats.org/drawingml/2006/main">
              <a:ext uri="{FF2B5EF4-FFF2-40B4-BE49-F238E27FC236}">
                <a16:creationId xmlns:a16="http://schemas.microsoft.com/office/drawing/2014/main" id="{99E05B82-7005-4896-83C4-DAC89B09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266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0" name="section-node">
            <a:extLst xmlns:a="http://schemas.openxmlformats.org/drawingml/2006/main">
              <a:ext uri="{FF2B5EF4-FFF2-40B4-BE49-F238E27FC236}">
                <a16:creationId xmlns:a16="http://schemas.microsoft.com/office/drawing/2014/main" id="{5E6303BB-E5F3-4802-BABB-57B9DEF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28800"/>
            <a:ext cx="2114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1" name="component-node">
            <a:extLst xmlns:a="http://schemas.openxmlformats.org/drawingml/2006/main">
              <a:ext uri="{FF2B5EF4-FFF2-40B4-BE49-F238E27FC236}">
                <a16:creationId xmlns:a16="http://schemas.microsoft.com/office/drawing/2014/main" id="{C79A8A4C-128C-425C-A195-115AC28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1145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set-node">
            <a:extLst xmlns:a="http://schemas.openxmlformats.org/drawingml/2006/main">
              <a:ext uri="{FF2B5EF4-FFF2-40B4-BE49-F238E27FC236}">
                <a16:creationId xmlns:a16="http://schemas.microsoft.com/office/drawing/2014/main" id="{5FEF09F8-235A-4C3F-8A96-7F0DBA6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28800"/>
            <a:ext cx="2781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13" name="root-title">
            <a:extLst xmlns:a="http://schemas.openxmlformats.org/drawingml/2006/main">
              <a:ext uri="{FF2B5EF4-FFF2-40B4-BE49-F238E27FC236}">
                <a16:creationId xmlns:a16="http://schemas.microsoft.com/office/drawing/2014/main" id="{DE732A77-ED5E-4998-ABA4-14A113D6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752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PNG 目录
res/common/</a:t>
            </a:r>
          </a:p>
        </p:txBody>
      </p:sp>
      <p:sp>
        <p:nvSpPr>
          <p:cNvPr id="1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FCD7C08F-B06D-416B-985E-04D48D54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161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Section
common</a:t>
            </a:r>
          </a:p>
        </p:txBody>
      </p:sp>
      <p:sp>
        <p:nvSpPr>
          <p:cNvPr id="15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135CC3FD-63AF-4CAA-95BE-496F960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1619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
home</a:t>
            </a:r>
          </a:p>
        </p:txBody>
      </p:sp>
      <p:sp>
        <p:nvSpPr>
          <p:cNvPr id="16" name="set-title">
            <a:extLst xmlns:a="http://schemas.openxmlformats.org/drawingml/2006/main">
              <a:ext uri="{FF2B5EF4-FFF2-40B4-BE49-F238E27FC236}">
                <a16:creationId xmlns:a16="http://schemas.microsoft.com/office/drawing/2014/main" id="{EFEFD71B-9C21-4073-8691-9F40061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 Set
32×32</a:t>
            </a:r>
          </a:p>
        </p:txBody>
      </p:sp>
      <p:sp>
        <p:nvSpPr>
          <p:cNvPr id="17" name="strict-panel">
            <a:extLst xmlns:a="http://schemas.openxmlformats.org/drawingml/2006/main">
              <a:ext uri="{FF2B5EF4-FFF2-40B4-BE49-F238E27FC236}">
                <a16:creationId xmlns:a16="http://schemas.microsoft.com/office/drawing/2014/main" id="{A9F484B7-0FC4-4B02-A7D8-60A8676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5276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8" name="ai-panel">
            <a:extLst xmlns:a="http://schemas.openxmlformats.org/drawingml/2006/main">
              <a:ext uri="{FF2B5EF4-FFF2-40B4-BE49-F238E27FC236}">
                <a16:creationId xmlns:a16="http://schemas.microsoft.com/office/drawing/2014/main" id="{77906E3E-C57C-4F40-8B3D-6C79782F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527685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19" name="strict-label">
            <a:extLst xmlns:a="http://schemas.openxmlformats.org/drawingml/2006/main">
              <a:ext uri="{FF2B5EF4-FFF2-40B4-BE49-F238E27FC236}">
                <a16:creationId xmlns:a16="http://schemas.microsoft.com/office/drawing/2014/main" id="{5AC5974D-22FF-4E3F-B4D2-E74B47D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严格尺寸（默认）</a:t>
            </a:r>
          </a:p>
        </p:txBody>
      </p:sp>
      <p:sp>
        <p:nvSpPr>
          <p:cNvPr id="20" name="strict-body">
            <a:extLst xmlns:a="http://schemas.openxmlformats.org/drawingml/2006/main">
              <a:ext uri="{FF2B5EF4-FFF2-40B4-BE49-F238E27FC236}">
                <a16:creationId xmlns:a16="http://schemas.microsoft.com/office/drawing/2014/main" id="{85163510-A3C7-4DDC-B4AB-672A211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191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同一一级目录
宽高完全相同
至少 2 个资源才组成组件集</a:t>
            </a:r>
          </a:p>
        </p:txBody>
      </p:sp>
      <p:sp>
        <p:nvSpPr>
          <p:cNvPr id="21" name="ai-label">
            <a:extLst xmlns:a="http://schemas.openxmlformats.org/drawingml/2006/main">
              <a:ext uri="{FF2B5EF4-FFF2-40B4-BE49-F238E27FC236}">
                <a16:creationId xmlns:a16="http://schemas.microsoft.com/office/drawing/2014/main" id="{24266FDD-794D-4EA6-BB2C-A09C226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19550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辅助（可选）</a:t>
            </a:r>
          </a:p>
        </p:txBody>
      </p:sp>
      <p:sp>
        <p:nvSpPr>
          <p:cNvPr id="22" name="ai-body">
            <a:extLst xmlns:a="http://schemas.openxmlformats.org/drawingml/2006/main">
              <a:ext uri="{FF2B5EF4-FFF2-40B4-BE49-F238E27FC236}">
                <a16:creationId xmlns:a16="http://schemas.microsoft.com/office/drawing/2014/main" id="{A3F5BB62-60B3-45F0-8818-027BCF3A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91050"/>
            <a:ext cx="44005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拆分同尺寸但用途不同的资源
合并跨尺寸但语义明确的同系列
证据不足时继续保留严格尺寸结果</a:t>
            </a:r>
          </a:p>
        </p:txBody>
      </p:sp>
      <p:sp>
        <p:nvSpPr>
          <p:cNvPr id="23" name="classification-footer">
            <a:extLst xmlns:a="http://schemas.openxmlformats.org/drawingml/2006/main">
              <a:ext uri="{FF2B5EF4-FFF2-40B4-BE49-F238E27FC236}">
                <a16:creationId xmlns:a16="http://schemas.microsoft.com/office/drawing/2014/main" id="{43FF4B52-D57E-4FD4-8D17-6AF306B2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81700"/>
            <a:ext cx="415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不直接移动节点，只返回“分类计划”。</a:t>
            </a:r>
          </a:p>
        </p:txBody>
      </p:sp>
    </p:spTree>
    <p:extLst>
      <p:ext uri="{BB962C8B-B14F-4D97-AF65-F5344CB8AC3E}">
        <p14:creationId xmlns:p14="http://schemas.microsoft.com/office/powerpoint/2010/main" val="754274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6">
            <a:extLst xmlns:a="http://schemas.openxmlformats.org/drawingml/2006/main">
              <a:ext uri="{FF2B5EF4-FFF2-40B4-BE49-F238E27FC236}">
                <a16:creationId xmlns:a16="http://schemas.microsoft.com/office/drawing/2014/main" id="{8D6F0474-0118-43AD-87CD-20550FC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AI 辅助工作流：请求、判断、回发、校验、确认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49BE1E95-1541-423C-A3DD-F082EE08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" name="workflow-lead">
            <a:extLst xmlns:a="http://schemas.openxmlformats.org/drawingml/2006/main">
              <a:ext uri="{FF2B5EF4-FFF2-40B4-BE49-F238E27FC236}">
                <a16:creationId xmlns:a16="http://schemas.microsoft.com/office/drawing/2014/main" id="{F5912967-8CB9-4362-AF7F-0325EACD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在插件里先切换到“AI 辅助”，再按下面的闭环操作。</a:t>
            </a:r>
          </a:p>
        </p:txBody>
      </p:sp>
      <p:sp>
        <p:nvSpPr>
          <p:cNvPr id="4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B2A7EAA3-49E1-460C-889E-1C7A58E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4A23CE24-151B-4A00-B136-9D11596B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6C65B6F0-C042-4C6B-8C6C-CCCC50EC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9486F738-6D05-40B6-BB25-B85E6000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workflow-arrow-4">
            <a:extLst xmlns:a="http://schemas.openxmlformats.org/drawingml/2006/main">
              <a:ext uri="{FF2B5EF4-FFF2-40B4-BE49-F238E27FC236}">
                <a16:creationId xmlns:a16="http://schemas.microsoft.com/office/drawing/2014/main" id="{0F1CF3A9-0A35-41A3-B2F9-5F3CC11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43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9CDD4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209CB955-DDB4-475C-AC14-A7FAF99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0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AFFB6643-A4AD-4BE6-9C2A-C6F6DDE4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um-0">
            <a:extLst xmlns:a="http://schemas.openxmlformats.org/drawingml/2006/main">
              <a:ext uri="{FF2B5EF4-FFF2-40B4-BE49-F238E27FC236}">
                <a16:creationId xmlns:a16="http://schemas.microsoft.com/office/drawing/2014/main" id="{1EA22C54-7B64-4CAA-A962-EED9F38E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12" name="workflow-title-0">
            <a:extLst xmlns:a="http://schemas.openxmlformats.org/drawingml/2006/main">
              <a:ext uri="{FF2B5EF4-FFF2-40B4-BE49-F238E27FC236}">
                <a16:creationId xmlns:a16="http://schemas.microsoft.com/office/drawing/2014/main" id="{22BCFA05-81B0-441D-A8C5-ED50C34F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生成请求</a:t>
            </a:r>
          </a:p>
        </p:txBody>
      </p:sp>
      <p:sp>
        <p:nvSpPr>
          <p:cNvPr id="13" name="workflow-body-0">
            <a:extLst xmlns:a="http://schemas.openxmlformats.org/drawingml/2006/main">
              <a:ext uri="{FF2B5EF4-FFF2-40B4-BE49-F238E27FC236}">
                <a16:creationId xmlns:a16="http://schemas.microsoft.com/office/drawing/2014/main" id="{9CAA0D93-6B47-47E2-A9D8-ABCA97FF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选择需要 AI 审核的一级文件夹</a:t>
            </a:r>
          </a:p>
        </p:txBody>
      </p:sp>
      <p:sp>
        <p:nvSpPr>
          <p:cNvPr id="14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0E56E4AD-DB14-4235-AA71-482765B6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5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9B4D5FAA-DF57-4A8A-A9DF-8B4EB77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orkflow-num-1">
            <a:extLst xmlns:a="http://schemas.openxmlformats.org/drawingml/2006/main">
              <a:ext uri="{FF2B5EF4-FFF2-40B4-BE49-F238E27FC236}">
                <a16:creationId xmlns:a16="http://schemas.microsoft.com/office/drawing/2014/main" id="{D68B2030-052C-4137-8B70-76F9FE9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7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2FAF123D-6CF2-40A7-9A3A-25395F13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复制提示词</a:t>
            </a:r>
          </a:p>
        </p:txBody>
      </p:sp>
      <p:sp>
        <p:nvSpPr>
          <p:cNvPr id="18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5AC4D3C2-F3A0-446D-9D86-16AF5453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插件把请求写进当前 Figma 页面</a:t>
            </a:r>
          </a:p>
        </p:txBody>
      </p:sp>
      <p:sp>
        <p:nvSpPr>
          <p:cNvPr id="19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6D251C9A-ABF9-4CD9-9C98-56F7CD6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20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98D94068-E17C-4FE1-903D-CBB713A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num-2">
            <a:extLst xmlns:a="http://schemas.openxmlformats.org/drawingml/2006/main">
              <a:ext uri="{FF2B5EF4-FFF2-40B4-BE49-F238E27FC236}">
                <a16:creationId xmlns:a16="http://schemas.microsoft.com/office/drawing/2014/main" id="{A4B84139-D9DD-43B9-BB85-976B473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22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A0201451-4BD6-4B1F-8ADD-B5DE887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/ MCP 分析</a:t>
            </a:r>
          </a:p>
        </p:txBody>
      </p:sp>
      <p:sp>
        <p:nvSpPr>
          <p:cNvPr id="23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03258C1A-A3C2-47BB-B276-51A6747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结合名称、尺寸、路径和已有节点视觉</a:t>
            </a:r>
          </a:p>
        </p:txBody>
      </p:sp>
      <p:sp>
        <p:nvSpPr>
          <p:cNvPr id="24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A8ADACEC-ED43-40D1-9BFF-E94BF51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25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9CD81537-5396-43A0-8D67-F8625A7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orkflow-num-3">
            <a:extLst xmlns:a="http://schemas.openxmlformats.org/drawingml/2006/main">
              <a:ext uri="{FF2B5EF4-FFF2-40B4-BE49-F238E27FC236}">
                <a16:creationId xmlns:a16="http://schemas.microsoft.com/office/drawing/2014/main" id="{077A508F-96EB-4452-A12D-1BC023D3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27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452231D5-3B47-456D-8F35-DC33CDE0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回发 JSON</a:t>
            </a:r>
          </a:p>
        </p:txBody>
      </p:sp>
      <p:sp>
        <p:nvSpPr>
          <p:cNvPr id="28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7783B4D2-916D-4853-908A-A1276143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只写分类方案，不直接操作画布</a:t>
            </a:r>
          </a:p>
        </p:txBody>
      </p:sp>
      <p:sp>
        <p:nvSpPr>
          <p:cNvPr id="29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38855B01-3234-4FFE-BDCD-4E1E5444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30" name="workflow-dot-4">
            <a:extLst xmlns:a="http://schemas.openxmlformats.org/drawingml/2006/main">
              <a:ext uri="{FF2B5EF4-FFF2-40B4-BE49-F238E27FC236}">
                <a16:creationId xmlns:a16="http://schemas.microsoft.com/office/drawing/2014/main" id="{7F0F8AA4-07C3-4932-9A80-D3B68150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orkflow-num-4">
            <a:extLst xmlns:a="http://schemas.openxmlformats.org/drawingml/2006/main">
              <a:ext uri="{FF2B5EF4-FFF2-40B4-BE49-F238E27FC236}">
                <a16:creationId xmlns:a16="http://schemas.microsoft.com/office/drawing/2014/main" id="{940401D4-6CDB-423F-9C3E-A093A0A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5</a:t>
            </a:r>
          </a:p>
        </p:txBody>
      </p:sp>
      <p:sp>
        <p:nvSpPr>
          <p:cNvPr id="32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5D910092-0A41-4C05-BC66-C294C503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读取并校验</a:t>
            </a:r>
          </a:p>
        </p:txBody>
      </p:sp>
      <p:sp>
        <p:nvSpPr>
          <p:cNvPr id="33" name="workflow-body-4">
            <a:extLst xmlns:a="http://schemas.openxmlformats.org/drawingml/2006/main">
              <a:ext uri="{FF2B5EF4-FFF2-40B4-BE49-F238E27FC236}">
                <a16:creationId xmlns:a16="http://schemas.microsoft.com/office/drawing/2014/main" id="{6585F387-1805-4401-815E-E7A39223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重新计算差异和组件集预览</a:t>
            </a:r>
          </a:p>
        </p:txBody>
      </p:sp>
      <p:sp>
        <p:nvSpPr>
          <p:cNvPr id="34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618D4C27-F769-4392-BD6A-ED3A40EB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2381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35" name="workflow-dot-5">
            <a:extLst xmlns:a="http://schemas.openxmlformats.org/drawingml/2006/main">
              <a:ext uri="{FF2B5EF4-FFF2-40B4-BE49-F238E27FC236}">
                <a16:creationId xmlns:a16="http://schemas.microsoft.com/office/drawing/2014/main" id="{BAD027C5-FBC9-43AB-A071-236B273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orkflow-num-5">
            <a:extLst xmlns:a="http://schemas.openxmlformats.org/drawingml/2006/main">
              <a:ext uri="{FF2B5EF4-FFF2-40B4-BE49-F238E27FC236}">
                <a16:creationId xmlns:a16="http://schemas.microsoft.com/office/drawing/2014/main" id="{19F2ED1D-4DEE-4497-811A-14D61D3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81250"/>
            <a:ext cx="28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6</a:t>
            </a:r>
          </a:p>
        </p:txBody>
      </p:sp>
      <p:sp>
        <p:nvSpPr>
          <p:cNvPr id="37" name="workflow-title-5">
            <a:extLst xmlns:a="http://schemas.openxmlformats.org/drawingml/2006/main">
              <a:ext uri="{FF2B5EF4-FFF2-40B4-BE49-F238E27FC236}">
                <a16:creationId xmlns:a16="http://schemas.microsoft.com/office/drawing/2014/main" id="{F0C03610-373B-433D-8969-7EF32D2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14650"/>
            <a:ext cx="116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用户确认同步</a:t>
            </a:r>
          </a:p>
        </p:txBody>
      </p:sp>
      <p:sp>
        <p:nvSpPr>
          <p:cNvPr id="38" name="workflow-body-5">
            <a:extLst xmlns:a="http://schemas.openxmlformats.org/drawingml/2006/main">
              <a:ext uri="{FF2B5EF4-FFF2-40B4-BE49-F238E27FC236}">
                <a16:creationId xmlns:a16="http://schemas.microsoft.com/office/drawing/2014/main" id="{08EF3986-77C1-49FA-9E07-F339DCE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619500"/>
            <a:ext cx="1162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确认文件夹与变更数量后执行</a:t>
            </a:r>
          </a:p>
        </p:txBody>
      </p:sp>
      <p:sp>
        <p:nvSpPr>
          <p:cNvPr id="39" name="workflow-callout">
            <a:extLst xmlns:a="http://schemas.openxmlformats.org/drawingml/2006/main">
              <a:ext uri="{FF2B5EF4-FFF2-40B4-BE49-F238E27FC236}">
                <a16:creationId xmlns:a16="http://schemas.microsoft.com/office/drawing/2014/main" id="{FE5930BA-A5BA-4E9D-84C1-4D786593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43500"/>
            <a:ext cx="7924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0" name="workflow-callout-text">
            <a:extLst xmlns:a="http://schemas.openxmlformats.org/drawingml/2006/main">
              <a:ext uri="{FF2B5EF4-FFF2-40B4-BE49-F238E27FC236}">
                <a16:creationId xmlns:a16="http://schemas.microsoft.com/office/drawing/2014/main" id="{7CCD1EC0-E01E-49FF-A761-BBAC19F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34000"/>
            <a:ext cx="7429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关键：AI 的输出是方案；真正创建、合并、改名和排版，仍由插件在用户确认后执行。</a:t>
            </a:r>
          </a:p>
        </p:txBody>
      </p:sp>
    </p:spTree>
    <p:extLst>
      <p:ext uri="{BB962C8B-B14F-4D97-AF65-F5344CB8AC3E}">
        <p14:creationId xmlns:p14="http://schemas.microsoft.com/office/powerpoint/2010/main" val="11078311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89F087A6-5E25-4370-9C67-2F1975F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04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实现方式：页面共享数据传方案，插件规则守边界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796DFE8B-2990-4A61-BCCB-15E73340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3" name="transport-panel">
            <a:extLst xmlns:a="http://schemas.openxmlformats.org/drawingml/2006/main">
              <a:ext uri="{FF2B5EF4-FFF2-40B4-BE49-F238E27FC236}">
                <a16:creationId xmlns:a16="http://schemas.microsoft.com/office/drawing/2014/main" id="{6ECA628B-4340-4DFF-9F55-58018B6A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71850" cy="38100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contract-panel">
            <a:extLst xmlns:a="http://schemas.openxmlformats.org/drawingml/2006/main">
              <a:ext uri="{FF2B5EF4-FFF2-40B4-BE49-F238E27FC236}">
                <a16:creationId xmlns:a16="http://schemas.microsoft.com/office/drawing/2014/main" id="{AF7DC352-51C6-4BF4-8915-F3BB4679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71850" cy="381000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5" name="guard-panel">
            <a:extLst xmlns:a="http://schemas.openxmlformats.org/drawingml/2006/main">
              <a:ext uri="{FF2B5EF4-FFF2-40B4-BE49-F238E27FC236}">
                <a16:creationId xmlns:a16="http://schemas.microsoft.com/office/drawing/2014/main" id="{87F1FC76-BF46-44B9-B36F-C5084E3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52800" cy="3810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6" name="transport-title">
            <a:extLst xmlns:a="http://schemas.openxmlformats.org/drawingml/2006/main">
              <a:ext uri="{FF2B5EF4-FFF2-40B4-BE49-F238E27FC236}">
                <a16:creationId xmlns:a16="http://schemas.microsoft.com/office/drawing/2014/main" id="{49572454-D4C6-4D79-AA5E-167B36AC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1 · 请求与回发通道</a:t>
            </a:r>
          </a:p>
        </p:txBody>
      </p:sp>
      <p:sp>
        <p:nvSpPr>
          <p:cNvPr id="7" name="transport-code">
            <a:extLst xmlns:a="http://schemas.openxmlformats.org/drawingml/2006/main">
              <a:ext uri="{FF2B5EF4-FFF2-40B4-BE49-F238E27FC236}">
                <a16:creationId xmlns:a16="http://schemas.microsoft.com/office/drawing/2014/main" id="{2C334C6D-E0BE-4B89-A2DC-093372A2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384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namespace
figma_image_importer
key
classification-request
classification-plan</a:t>
            </a:r>
          </a:p>
        </p:txBody>
      </p:sp>
      <p:sp>
        <p:nvSpPr>
          <p:cNvPr id="8" name="transport-body">
            <a:extLst xmlns:a="http://schemas.openxmlformats.org/drawingml/2006/main">
              <a:ext uri="{FF2B5EF4-FFF2-40B4-BE49-F238E27FC236}">
                <a16:creationId xmlns:a16="http://schemas.microsoft.com/office/drawing/2014/main" id="{B0049019-ED29-4692-A187-0533BC2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8384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JSON 最多每片 20,000 字符
先写各分片，最后写索引
避免大型资源库超出单项限制</a:t>
            </a:r>
          </a:p>
        </p:txBody>
      </p:sp>
      <p:sp>
        <p:nvSpPr>
          <p:cNvPr id="9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5A2F0742-B471-4C2B-A3D3-53895289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2 · 分类方案合同</a:t>
            </a:r>
          </a:p>
        </p:txBody>
      </p:sp>
      <p:sp>
        <p:nvSpPr>
          <p:cNvPr id="10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D98BBBB8-3F6F-4496-B831-4A74FA8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384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请求携带
requestId、页面信息、资源清单
严格尺寸组、语义候选
已有组件集与改名策略
回发方案
groups[]：组件集分组
standalone[]：保持独立
confidence、属性名、成员路径</a:t>
            </a:r>
          </a:p>
        </p:txBody>
      </p:sp>
      <p:sp>
        <p:nvSpPr>
          <p:cNvPr id="11" name="guard-title">
            <a:extLst xmlns:a="http://schemas.openxmlformats.org/drawingml/2006/main">
              <a:ext uri="{FF2B5EF4-FFF2-40B4-BE49-F238E27FC236}">
                <a16:creationId xmlns:a16="http://schemas.microsoft.com/office/drawing/2014/main" id="{3A10BDD4-C1B8-427D-87C1-87CA6580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838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3 · 插件强制校验</a:t>
            </a:r>
          </a:p>
        </p:txBody>
      </p:sp>
      <p:sp>
        <p:nvSpPr>
          <p:cNvPr id="12" name="guard-body">
            <a:extLst xmlns:a="http://schemas.openxmlformats.org/drawingml/2006/main">
              <a:ext uri="{FF2B5EF4-FFF2-40B4-BE49-F238E27FC236}">
                <a16:creationId xmlns:a16="http://schemas.microsoft.com/office/drawing/2014/main" id="{2EC9C213-909C-4E0C-BCD3-05D4BA85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8384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必须属于当前 requestId
只能引用已选文件夹和现有资源
不得重复归组或跨一级目录
confidence ≥ 0.7
线性尺寸比例 ≤ 1.7506
保留已有语义组件集名称</a:t>
            </a:r>
          </a:p>
        </p:txBody>
      </p:sp>
      <p:sp>
        <p:nvSpPr>
          <p:cNvPr id="13" name="implementation-footer">
            <a:extLst xmlns:a="http://schemas.openxmlformats.org/drawingml/2006/main">
              <a:ext uri="{FF2B5EF4-FFF2-40B4-BE49-F238E27FC236}">
                <a16:creationId xmlns:a16="http://schemas.microsoft.com/office/drawing/2014/main" id="{B07CC0BA-A243-48E0-980A-2A218C3B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67400"/>
            <a:ext cx="7505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0B1020"/>
            </a:solidFill>
            <a:prstDash val="solid"/>
          </a:ln>
        </p:spPr>
      </p:sp>
      <p:sp>
        <p:nvSpPr>
          <p:cNvPr id="14" name="implementation-footer-text">
            <a:extLst xmlns:a="http://schemas.openxmlformats.org/drawingml/2006/main">
              <a:ext uri="{FF2B5EF4-FFF2-40B4-BE49-F238E27FC236}">
                <a16:creationId xmlns:a16="http://schemas.microsoft.com/office/drawing/2014/main" id="{99092A74-3E5E-41D7-A26B-AC5424B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962650"/>
            <a:ext cx="6972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校验通过后也只是刷新预览；点击“开始同步”前，画布仍未修改。</a:t>
            </a:r>
          </a:p>
        </p:txBody>
      </p:sp>
    </p:spTree>
    <p:extLst>
      <p:ext uri="{BB962C8B-B14F-4D97-AF65-F5344CB8AC3E}">
        <p14:creationId xmlns:p14="http://schemas.microsoft.com/office/powerpoint/2010/main" val="818108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CE012C4-0C28-4E0F-838E-30ECC4D8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推荐落地方式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34DC8C0-BEC0-4DF6-95AC-6788D0E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06680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先用严格尺寸跑通，
再把 AI 留给“难分的那一小部分”。</a:t>
            </a:r>
          </a:p>
        </p:txBody>
      </p:sp>
      <p:sp>
        <p:nvSpPr>
          <p:cNvPr id="3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00EC59CE-4440-4A7B-8530-4A5A359A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FCC27611-3DE9-4534-B995-29DC179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5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AA51A092-A60C-4D4D-9EDA-ECAD3276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571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B56A00"/>
            </a:solidFill>
            <a:prstDash val="solid"/>
          </a:ln>
        </p:spPr>
      </p:sp>
      <p:sp>
        <p:nvSpPr>
          <p:cNvPr id="6" name="close-step-4">
            <a:extLst xmlns:a="http://schemas.openxmlformats.org/drawingml/2006/main">
              <a:ext uri="{FF2B5EF4-FFF2-40B4-BE49-F238E27FC236}">
                <a16:creationId xmlns:a16="http://schemas.microsoft.com/office/drawing/2014/main" id="{BE32D70E-F45A-4919-9FE9-97D4BA4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705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7" name="close-title-1">
            <a:extLst xmlns:a="http://schemas.openxmlformats.org/drawingml/2006/main">
              <a:ext uri="{FF2B5EF4-FFF2-40B4-BE49-F238E27FC236}">
                <a16:creationId xmlns:a16="http://schemas.microsoft.com/office/drawing/2014/main" id="{359657D3-3A53-43F8-A6B9-CA2A78D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1 · 小范围试跑</a:t>
            </a:r>
          </a:p>
        </p:txBody>
      </p:sp>
      <p:sp>
        <p:nvSpPr>
          <p:cNvPr id="8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550903AC-079A-4834-B03A-9A1BC87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先选一两个一级文件夹</a:t>
            </a:r>
          </a:p>
        </p:txBody>
      </p:sp>
      <p:sp>
        <p:nvSpPr>
          <p:cNvPr id="9" name="close-title-2">
            <a:extLst xmlns:a="http://schemas.openxmlformats.org/drawingml/2006/main">
              <a:ext uri="{FF2B5EF4-FFF2-40B4-BE49-F238E27FC236}">
                <a16:creationId xmlns:a16="http://schemas.microsoft.com/office/drawing/2014/main" id="{4CC36507-4BE5-41C3-8935-0FD1A353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2 · 严格尺寸打底</a:t>
            </a:r>
          </a:p>
        </p:txBody>
      </p:sp>
      <p:sp>
        <p:nvSpPr>
          <p:cNvPr id="10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59A02ED6-BADD-4B59-B7FC-0C2EDC44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先确认默认分组是否可用</a:t>
            </a:r>
          </a:p>
        </p:txBody>
      </p:sp>
      <p:sp>
        <p:nvSpPr>
          <p:cNvPr id="11" name="close-title-3">
            <a:extLst xmlns:a="http://schemas.openxmlformats.org/drawingml/2006/main">
              <a:ext uri="{FF2B5EF4-FFF2-40B4-BE49-F238E27FC236}">
                <a16:creationId xmlns:a16="http://schemas.microsoft.com/office/drawing/2014/main" id="{D52747BB-FAFF-43C8-B365-4DC1E291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t>3 · AI 只审例外</a:t>
            </a:r>
          </a:p>
        </p:txBody>
      </p:sp>
      <p:sp>
        <p:nvSpPr>
          <p:cNvPr id="12" name="close-body-3">
            <a:extLst xmlns:a="http://schemas.openxmlformats.org/drawingml/2006/main">
              <a:ext uri="{FF2B5EF4-FFF2-40B4-BE49-F238E27FC236}">
                <a16:creationId xmlns:a16="http://schemas.microsoft.com/office/drawing/2014/main" id="{6C773EFF-3010-4D10-86D6-68FF7D42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只勾选真正需要判断的目录</a:t>
            </a:r>
          </a:p>
        </p:txBody>
      </p:sp>
      <p:sp>
        <p:nvSpPr>
          <p:cNvPr id="13" name="close-title-4">
            <a:extLst xmlns:a="http://schemas.openxmlformats.org/drawingml/2006/main">
              <a:ext uri="{FF2B5EF4-FFF2-40B4-BE49-F238E27FC236}">
                <a16:creationId xmlns:a16="http://schemas.microsoft.com/office/drawing/2014/main" id="{3BF457EE-C0B2-47F9-9A15-B40D00DC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2209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4 · 看预览再同步</a:t>
            </a:r>
          </a:p>
        </p:txBody>
      </p:sp>
      <p:sp>
        <p:nvSpPr>
          <p:cNvPr id="14" name="close-body-4">
            <a:extLst xmlns:a="http://schemas.openxmlformats.org/drawingml/2006/main">
              <a:ext uri="{FF2B5EF4-FFF2-40B4-BE49-F238E27FC236}">
                <a16:creationId xmlns:a16="http://schemas.microsoft.com/office/drawing/2014/main" id="{7A62A0AB-7A16-4B0B-ADB8-3990965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76700"/>
            <a:ext cx="2209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重点检查删除和组件集结果</a:t>
            </a:r>
          </a:p>
        </p:txBody>
      </p:sp>
      <p:sp>
        <p:nvSpPr>
          <p:cNvPr id="15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F7DD097F-1F1A-4B79-8A32-88E4D45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边界：仅 PNG · 同一 Section 名称尽量唯一 · 扫描后别切页 · AI/MCP 完全可选</a:t>
            </a:r>
          </a:p>
        </p:txBody>
      </p:sp>
      <p:sp>
        <p:nvSpPr>
          <p:cNvPr id="16" name="close-evidence">
            <a:extLst xmlns:a="http://schemas.openxmlformats.org/drawingml/2006/main">
              <a:ext uri="{FF2B5EF4-FFF2-40B4-BE49-F238E27FC236}">
                <a16:creationId xmlns:a16="http://schemas.microsoft.com/office/drawing/2014/main" id="{3014486A-E003-40CE-9482-26AF7F2A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571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本地验证：54 项自动化测试通过 · 0 失败</a:t>
            </a:r>
          </a:p>
        </p:txBody>
      </p:sp>
      <p:sp>
        <p:nvSpPr>
          <p:cNvPr id="17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AD47F4DA-B342-4551-A150-623B610F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48350"/>
            <a:ext cx="527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下一步：拿一份小资源目录，现场跑一遍。</a:t>
            </a:r>
          </a:p>
        </p:txBody>
      </p:sp>
      <p:sp>
        <p:nvSpPr>
          <p:cNvPr id="18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91EC10E5-746C-422F-9E42-D1856294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4659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2026-07-24T06:12:52.3220000Z</dcterms:created>
  <dcterms:modified xsi:type="dcterms:W3CDTF">2026-07-24T06:12:52.3220000Z</dcterms:modified>
</coreProperties>
</file>